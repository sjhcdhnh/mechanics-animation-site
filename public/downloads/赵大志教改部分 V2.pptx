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6" r:id="rId2"/>
    <p:sldId id="311" r:id="rId3"/>
    <p:sldId id="257" r:id="rId4"/>
    <p:sldId id="315" r:id="rId5"/>
    <p:sldId id="259" r:id="rId6"/>
    <p:sldId id="314" r:id="rId7"/>
    <p:sldId id="272" r:id="rId8"/>
    <p:sldId id="260" r:id="rId9"/>
    <p:sldId id="312" r:id="rId10"/>
    <p:sldId id="313" r:id="rId11"/>
    <p:sldId id="274" r:id="rId12"/>
    <p:sldId id="275" r:id="rId13"/>
    <p:sldId id="316" r:id="rId14"/>
    <p:sldId id="317" r:id="rId15"/>
    <p:sldId id="318" r:id="rId16"/>
    <p:sldId id="31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9"/>
    <p:restoredTop sz="94630"/>
  </p:normalViewPr>
  <p:slideViewPr>
    <p:cSldViewPr snapToGrid="0">
      <p:cViewPr varScale="1">
        <p:scale>
          <a:sx n="113" d="100"/>
          <a:sy n="113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B0022-FBBA-8C4B-B019-239FF7DF9C86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47684-E5CD-7E4E-BF39-C8C66439C1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4027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9B49C-CBA6-AC88-EC93-D16235AB3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51A95F-363C-5446-C5A5-DF6BB431F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E76789-8887-EA9B-05C7-8D1B0C1A9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FFB9A7-9CA0-DB10-01E5-2B7C6523C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DAF63-9E6F-4577-99E6-E968955972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760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5FF8-C6C9-6FB0-E0BF-B40DF175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EE3F6C-5BFC-19A7-45AC-4B7F01BF6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B04784-7EC8-4D2E-42CB-52E896A29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C68AF-8795-BFC5-83B7-F110ACC8C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0ED65-B6C8-476F-8E8F-50B38E71C3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022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71CB9-2A96-EEC5-E983-290E2467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A531D0-5674-4219-51DF-FCF90A533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8170A2-2601-EA7C-0353-F3301458F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220A63-E076-CB0B-E53F-1102E246D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0ED65-B6C8-476F-8E8F-50B38E71C3A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255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7654D-B4C2-6B69-9905-1FD72017E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6D9CC3-8464-7E91-B870-86FCD04C6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EFB367-5B38-611F-70CE-5E261A2B9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54B7EA-800A-B490-BCA2-190F97428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0ED65-B6C8-476F-8E8F-50B38E71C3A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449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5526A-38FB-E3AD-AF51-146878F8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4B0964-0BF0-4835-DA6C-6E419E3EC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CF0B12-3A0D-63DA-E404-4F6F4EAE2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868594-9BD3-A689-3851-C54CE022E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0ED65-B6C8-476F-8E8F-50B38E71C3A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481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209BD-3B4A-DF62-6F31-4966036B5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1271E6-9C6C-7401-A29C-3BB870402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433926-48BD-2844-2D38-DAB963A52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2E1235-6C91-AF51-1B81-9AA1FD030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0ED65-B6C8-476F-8E8F-50B38E71C3A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16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0ED65-B6C8-476F-8E8F-50B38E71C3A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32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FE823-E043-52AF-2C19-2B94AEF2C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E8E853-B5B7-2295-E412-D458EB2F1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EE4D1F-89C2-26A3-C2B7-E22EBE2A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49CBCA-F354-8EC5-4C6B-1D61F491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849549-F4F0-EE64-DAF7-233DFB6A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2395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5C1CF-9805-9974-1AF3-DD64028C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CA9AD0-C22D-602F-0624-14A16268D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8B4F60-0349-AE9F-7D7B-1340DDC9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40E4C8-E0E3-0CBA-260B-4976EA9E9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E869A7-83BD-E189-CCD2-860E13F5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646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BB80F-886E-F524-4FFD-A1E8326F2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39FC80-F334-91BE-F928-C9A39B27D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89D415-74B5-0A7B-1C22-B5F1F2EC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4236E5-EE87-1724-D903-EE457659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6841A3-E6D1-DD70-3BE7-C020362B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6391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0B01C-3D07-CF6F-6E8D-8976F70D9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027D90-4DE4-04B8-F0AA-FFCF5D3AC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BCB4C9-9177-CC47-6FCB-A016F543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338DE7-6245-1CB1-07B3-CF4C5B5D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92718C-4129-4079-3A64-BA4278DBE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95D654-830F-EFAE-3A49-82F4DA95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4557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9A67C-6CA9-723A-1662-D97E4D7CE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429912-DB28-9810-C647-51F574C1F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46872A-42DA-92A4-8ADA-5321DFF93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A90079-66EE-7E07-26A2-85234371F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979B19-5145-E266-4939-84E3FBDD8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B0BF63-19B7-DFCA-6B56-204EE6B5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611EF1-552B-CC92-7315-6D35E444A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34970C-F5B8-943E-9EA6-DBA54377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6436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EA724-F62C-BD72-1691-725212A3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BA938C-3130-3F82-C04E-C1EAD71DD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45DCA7-9D59-8FC3-5847-B384EE38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985FB8-7DAB-51B5-E173-A76DA1CD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3396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95AF58-DDD1-1237-F1FC-1FEFB2FFB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ADC2EB-CB4E-0037-CA7D-7618AEB67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B52A07-FFDA-27C8-C324-CEB1BC05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583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73A8AE-9819-34C3-1D1B-16991EB5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47E9AE-80E0-1323-BE6D-DE3A9D03E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C25FF2-6B85-621A-2D52-A984628BB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D07B6D-E0A6-37EB-4735-CE1DBC391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AF1294-41FC-4A12-FF7E-BD99C564A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B5289F-2F82-0E24-ED44-A6A4B6A27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1661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CD1D7-6D51-3BF1-82DC-A6B48281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2E681DF-D7D9-B1DB-445E-071DE5BBC3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E9EA75-3056-F4DA-C023-8DABA0BF7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F38491-7A98-ADD9-588E-6F43F2AD5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C054A3-EDE3-092F-F46B-AC1C7E035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1F69EB-8EF6-222D-4549-A2519AC8F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369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2E943-16E9-8748-5466-037E47AE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D2E730-6870-D6C8-F4CE-80C9504C1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B58CEC-7A92-D200-A2E6-A31F09EE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CC1C9D-5458-0F93-509F-03098F6B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6775CC-31CE-BD05-0402-16DB92C9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404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BB5217-4E37-0390-D1D6-891A0D743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6708BA-91FD-EB26-80FC-CE181F1A9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2BAD8F-0B2D-C259-F736-602AD3556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9F8495-8229-88B8-29F3-2A9E7272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1F6978-8C37-8615-581C-2F5CB87C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8743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97A5FA-EB1B-CC28-60C2-EAAE84E2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A9E614-4C96-BC0F-6D2B-10BED6F30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0B9C49-3F33-8BBF-BA6A-4F6E9246A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9954D9-3285-3B47-9574-AD53AD79BF19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55BB36-8E32-41F8-13C9-678F1E3BD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D320E7-E11C-4121-2062-47F896E23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2BA87-DA23-844E-9D92-32B471810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440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6.xml"/><Relationship Id="rId7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0.png"/><Relationship Id="rId4" Type="http://schemas.openxmlformats.org/officeDocument/2006/relationships/tags" Target="../tags/tag7.xml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gif"/><Relationship Id="rId5" Type="http://schemas.openxmlformats.org/officeDocument/2006/relationships/image" Target="../media/image18.gif"/><Relationship Id="rId4" Type="http://schemas.openxmlformats.org/officeDocument/2006/relationships/image" Target="../media/image17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9AF6CFFB-407C-4AA8-9ECB-DD9F1783A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518" y="1725717"/>
            <a:ext cx="11007524" cy="90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kumimoji="1" sz="2800">
                <a:solidFill>
                  <a:schemeClr val="tx1"/>
                </a:solidFill>
                <a:latin typeface="Verdana" panose="020B060403050404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30000"/>
              </a:spcAft>
              <a:buClrTx/>
              <a:buNone/>
            </a:pPr>
            <a:r>
              <a:rPr kumimoji="0" lang="zh-CN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四连杆检测机器人的数据驱动</a:t>
            </a:r>
            <a:r>
              <a:rPr kumimoji="0" lang="zh-CN" altLang="en-US" sz="4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抓物</a:t>
            </a:r>
            <a:r>
              <a:rPr kumimoji="0" lang="zh-CN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探索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0C5F55-694D-4B6D-8C4E-573D842201EA}"/>
              </a:ext>
            </a:extLst>
          </p:cNvPr>
          <p:cNvSpPr txBox="1"/>
          <p:nvPr/>
        </p:nvSpPr>
        <p:spPr>
          <a:xfrm>
            <a:off x="3611034" y="3429000"/>
            <a:ext cx="4872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棋局方正志刚体 </a:t>
            </a:r>
            <a:r>
              <a:rPr lang="en-US" altLang="zh-CN" sz="28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8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深度探索组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03D4D4-38A6-45CC-9A92-6384823FB9AE}"/>
              </a:ext>
            </a:extLst>
          </p:cNvPr>
          <p:cNvSpPr txBox="1"/>
          <p:nvPr/>
        </p:nvSpPr>
        <p:spPr>
          <a:xfrm>
            <a:off x="1820333" y="4654034"/>
            <a:ext cx="9635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0" i="0" dirty="0">
                <a:solidFill>
                  <a:srgbClr val="0F1115"/>
                </a:solidFill>
                <a:effectLst/>
                <a:latin typeface="汉仪菱心体简" panose="02010400000101010101" pitchFamily="2" charset="-122"/>
                <a:ea typeface="汉仪菱心体简" panose="02010400000101010101" pitchFamily="2" charset="-122"/>
              </a:rPr>
              <a:t>棋局方正，志探刚体；深度驱动，力学不息</a:t>
            </a:r>
            <a:endParaRPr lang="zh-CN" altLang="en-US" sz="3600" dirty="0">
              <a:latin typeface="汉仪菱心体简" panose="02010400000101010101" pitchFamily="2" charset="-122"/>
              <a:ea typeface="汉仪菱心体简" panose="0201040000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29EFA5-E774-49A9-9986-444BD8BDAC69}"/>
              </a:ext>
            </a:extLst>
          </p:cNvPr>
          <p:cNvSpPr txBox="1"/>
          <p:nvPr/>
        </p:nvSpPr>
        <p:spPr>
          <a:xfrm>
            <a:off x="227085" y="157257"/>
            <a:ext cx="1881115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56D7715-458F-4191-A1E8-3DAF34171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16" y="4444702"/>
            <a:ext cx="9515018" cy="101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38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DD82C-7275-A9D7-827F-DC6A43C4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4FCCE02-F219-AAD0-4458-A7DA07B12436}"/>
              </a:ext>
            </a:extLst>
          </p:cNvPr>
          <p:cNvSpPr txBox="1"/>
          <p:nvPr/>
        </p:nvSpPr>
        <p:spPr>
          <a:xfrm>
            <a:off x="608085" y="474757"/>
            <a:ext cx="1919962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项目起点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8FBFFAD-4F94-8CD9-58D2-6509A88ED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334" y="1324639"/>
            <a:ext cx="6613330" cy="370346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CB36575-F56D-5ADA-5ECC-E2B738C3128F}"/>
              </a:ext>
            </a:extLst>
          </p:cNvPr>
          <p:cNvSpPr txBox="1"/>
          <p:nvPr/>
        </p:nvSpPr>
        <p:spPr>
          <a:xfrm>
            <a:off x="1345253" y="5887304"/>
            <a:ext cx="95014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zh-CN" sz="2000" dirty="0"/>
              <a:t>学习的核心不只是计算答案，而是通过反复试错形成策略。</a:t>
            </a:r>
            <a:endParaRPr lang="en-US" altLang="zh-CN" sz="2000" dirty="0"/>
          </a:p>
          <a:p>
            <a:pPr algn="ctr">
              <a:buNone/>
            </a:pPr>
            <a:r>
              <a:rPr lang="zh-CN" altLang="zh-CN" sz="2000" dirty="0"/>
              <a:t>我们的项目尝试把这一思想用于四连杆检测机器人的控制探索。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2BB6DED-4D68-2DC3-A3F1-97B518DA86F0}"/>
              </a:ext>
            </a:extLst>
          </p:cNvPr>
          <p:cNvSpPr txBox="1"/>
          <p:nvPr/>
        </p:nvSpPr>
        <p:spPr>
          <a:xfrm>
            <a:off x="3047998" y="517941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From The Thinking Game to Robot Control</a:t>
            </a:r>
            <a:br>
              <a:rPr lang="zh-CN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zh-CN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从“学会下棋”到“学会运动”</a:t>
            </a:r>
            <a:r>
              <a:rPr lang="zh-CN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660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>
            <a:extLst>
              <a:ext uri="{FF2B5EF4-FFF2-40B4-BE49-F238E27FC236}">
                <a16:creationId xmlns:a16="http://schemas.microsoft.com/office/drawing/2014/main" id="{F85A2628-9B36-497D-9479-F5F5864AF3B5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1843680"/>
            <a:ext cx="7726362" cy="574675"/>
            <a:chOff x="393" y="762"/>
            <a:chExt cx="4867" cy="362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A7358469-98AE-4F80-B9B9-6C13D1E62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772"/>
              <a:ext cx="4434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kumimoji="0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模型建立</a:t>
              </a:r>
              <a:endParaRPr kumimoji="0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D2945E4-DE4D-494F-9399-29F1FB10E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62"/>
              <a:ext cx="362" cy="36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C88AEFB5-54C1-45D8-8FF6-2B94A31E8422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2705692"/>
            <a:ext cx="7691437" cy="574675"/>
            <a:chOff x="393" y="1303"/>
            <a:chExt cx="4845" cy="362"/>
          </a:xfrm>
        </p:grpSpPr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E2DE9F4C-E35C-4B56-B6A5-3A35FB3D1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1313"/>
              <a:ext cx="4412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静力学演示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29EC51-4034-4B16-8CBD-53714FF1E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1303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</p:grpSp>
      <p:grpSp>
        <p:nvGrpSpPr>
          <p:cNvPr id="10" name="Group 21">
            <a:extLst>
              <a:ext uri="{FF2B5EF4-FFF2-40B4-BE49-F238E27FC236}">
                <a16:creationId xmlns:a16="http://schemas.microsoft.com/office/drawing/2014/main" id="{279290E3-B97F-4634-89B6-DD59549BAAD2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3583580"/>
            <a:ext cx="7726362" cy="574675"/>
            <a:chOff x="393" y="1801"/>
            <a:chExt cx="4867" cy="362"/>
          </a:xfrm>
        </p:grpSpPr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203EC218-C7BD-4A85-81E2-923F33936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1811"/>
              <a:ext cx="4434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动力学演示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C1B4645F-E076-4874-8005-89C86667F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1801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A6C92EDA-E529-4BB1-93A3-23236E6740C7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4474167"/>
            <a:ext cx="8369490" cy="574675"/>
            <a:chOff x="393" y="2313"/>
            <a:chExt cx="4891" cy="362"/>
          </a:xfrm>
        </p:grpSpPr>
        <p:sp>
          <p:nvSpPr>
            <p:cNvPr id="14" name="AutoShape 9">
              <a:extLst>
                <a:ext uri="{FF2B5EF4-FFF2-40B4-BE49-F238E27FC236}">
                  <a16:creationId xmlns:a16="http://schemas.microsoft.com/office/drawing/2014/main" id="{88C15C8C-0895-47A4-A72D-F5694F5CF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2318"/>
              <a:ext cx="4458" cy="351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让机器人学会抓取：深度强化学习控制探索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DAD3B2AA-25AB-4FF8-BFEB-91B5E8749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2313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915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B6936-6C33-317A-C80F-01E422785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799819A-1C18-1272-E955-9476680B51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285" y="1810409"/>
            <a:ext cx="3451328" cy="279043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F4E38198-BF2B-C2BE-0DAF-EDCC5271D459}"/>
              </a:ext>
            </a:extLst>
          </p:cNvPr>
          <p:cNvSpPr txBox="1"/>
          <p:nvPr/>
        </p:nvSpPr>
        <p:spPr>
          <a:xfrm>
            <a:off x="608085" y="474757"/>
            <a:ext cx="2304560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模型建立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139DC2-33FF-97D9-14CD-22D2F543ACAC}"/>
              </a:ext>
            </a:extLst>
          </p:cNvPr>
          <p:cNvSpPr txBox="1"/>
          <p:nvPr/>
        </p:nvSpPr>
        <p:spPr>
          <a:xfrm>
            <a:off x="608084" y="1288794"/>
            <a:ext cx="87524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 研究对象</a:t>
            </a:r>
            <a:b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我们把检测机器人看成一个由四个电机驱动的平面机械臂。</a:t>
            </a:r>
            <a:b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每个电机控制一个关节转角，末端检测器需要移动到目标点。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21D63B-8EC5-2B21-172B-D4536351033B}"/>
              </a:ext>
            </a:extLst>
          </p:cNvPr>
          <p:cNvSpPr txBox="1"/>
          <p:nvPr/>
        </p:nvSpPr>
        <p:spPr>
          <a:xfrm>
            <a:off x="608084" y="2718385"/>
            <a:ext cx="61000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模型简化</a:t>
            </a:r>
            <a:b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将系统简化为四自由度连杆机构：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E746401-8673-160B-A14C-B3C61DE684C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91608" y="3659654"/>
            <a:ext cx="2208784" cy="34137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776753D-16EB-130B-098E-789C6EEFAADE}"/>
              </a:ext>
            </a:extLst>
          </p:cNvPr>
          <p:cNvSpPr txBox="1"/>
          <p:nvPr/>
        </p:nvSpPr>
        <p:spPr>
          <a:xfrm>
            <a:off x="608084" y="4111302"/>
            <a:ext cx="7453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杆长为</a:t>
            </a:r>
            <a:r>
              <a:rPr lang="en-US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L</a:t>
            </a:r>
            <a:r>
              <a:rPr lang="en-US" altLang="zh-CN" sz="2400" baseline="-25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L</a:t>
            </a:r>
            <a:r>
              <a:rPr lang="en-US" altLang="zh-CN" sz="2400" baseline="-25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L</a:t>
            </a:r>
            <a:r>
              <a:rPr lang="en-US" altLang="zh-CN" sz="2400" baseline="-25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，末端视为集中质量。</a:t>
            </a: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889460-8F31-A9D8-B8C5-363E16BFD72B}"/>
              </a:ext>
            </a:extLst>
          </p:cNvPr>
          <p:cNvSpPr txBox="1"/>
          <p:nvPr/>
        </p:nvSpPr>
        <p:spPr>
          <a:xfrm>
            <a:off x="608378" y="4724844"/>
            <a:ext cx="1889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 几何关系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72D95F2-C107-4B05-0037-03E9F7356B2F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138752" y="5186509"/>
            <a:ext cx="3914496" cy="154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9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>
            <a:extLst>
              <a:ext uri="{FF2B5EF4-FFF2-40B4-BE49-F238E27FC236}">
                <a16:creationId xmlns:a16="http://schemas.microsoft.com/office/drawing/2014/main" id="{5846B040-C9B7-4832-AC39-74CA4BEC7D37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2705691"/>
            <a:ext cx="7726362" cy="574675"/>
            <a:chOff x="393" y="762"/>
            <a:chExt cx="4867" cy="362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DAB42AB5-DFAE-43CF-91CF-6721A82C4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772"/>
              <a:ext cx="4434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r>
                <a:rPr kumimoji="0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静力学演示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F98201D1-27B6-49B8-9079-238DEE2B9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62"/>
              <a:ext cx="362" cy="36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A5E9AAD6-8B1A-4C15-80C1-5BF22DE506AB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1922458"/>
            <a:ext cx="7691437" cy="574675"/>
            <a:chOff x="393" y="1303"/>
            <a:chExt cx="4845" cy="362"/>
          </a:xfrm>
        </p:grpSpPr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F09B5CF2-4376-448C-BE17-31FC07D1E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1313"/>
              <a:ext cx="4412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 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模型建立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794DC8-F074-4A7A-80AD-8D555349D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1303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0" name="Group 21">
            <a:extLst>
              <a:ext uri="{FF2B5EF4-FFF2-40B4-BE49-F238E27FC236}">
                <a16:creationId xmlns:a16="http://schemas.microsoft.com/office/drawing/2014/main" id="{344CDA30-9711-4BFD-BD9C-B82F12DCE034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3583580"/>
            <a:ext cx="7726362" cy="574675"/>
            <a:chOff x="393" y="1801"/>
            <a:chExt cx="4867" cy="362"/>
          </a:xfrm>
        </p:grpSpPr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A240BF35-30FD-4015-9929-8007C125A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1811"/>
              <a:ext cx="4434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 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动力学演示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47043790-29AD-471D-9241-EFA2E744B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1801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</a:t>
              </a: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C59D1484-0E68-48D0-A514-A285884E9ECB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4474167"/>
            <a:ext cx="7764462" cy="574675"/>
            <a:chOff x="393" y="2313"/>
            <a:chExt cx="4891" cy="362"/>
          </a:xfrm>
        </p:grpSpPr>
        <p:sp>
          <p:nvSpPr>
            <p:cNvPr id="14" name="AutoShape 9">
              <a:extLst>
                <a:ext uri="{FF2B5EF4-FFF2-40B4-BE49-F238E27FC236}">
                  <a16:creationId xmlns:a16="http://schemas.microsoft.com/office/drawing/2014/main" id="{DB3ABBC6-2C41-4534-8F3D-23044F05F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2318"/>
              <a:ext cx="4458" cy="351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 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让机器人学会抓取：深度强化学习控制探索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A701B353-B978-4717-B622-7A1CD0975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2313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8575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C5260-910D-DDE4-4CB0-6E5BE7CB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301B979D-C373-84F8-2AE6-7889699006B3}"/>
              </a:ext>
            </a:extLst>
          </p:cNvPr>
          <p:cNvSpPr txBox="1"/>
          <p:nvPr/>
        </p:nvSpPr>
        <p:spPr>
          <a:xfrm>
            <a:off x="608085" y="474757"/>
            <a:ext cx="2304560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静力学演示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A4FF59-0646-3C3B-BFA9-B25B7A82DED2}"/>
              </a:ext>
            </a:extLst>
          </p:cNvPr>
          <p:cNvSpPr txBox="1"/>
          <p:nvPr/>
        </p:nvSpPr>
        <p:spPr>
          <a:xfrm>
            <a:off x="608086" y="1266633"/>
            <a:ext cx="111016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 先看静止时的受力</a:t>
            </a:r>
          </a:p>
          <a:p>
            <a:pPr>
              <a:buNone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给定末端位置，机械臂保持静止。此时不考虑速度和加速度，只考虑重力和末端载荷。我们要算的是：每个关节需要提供多大的静力矩。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None/>
            </a:pP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8E780D0-0A83-39D1-CCFA-7CAA0DFC6AF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29418" y="3596004"/>
            <a:ext cx="2859024" cy="85140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B4F7B17-7922-A8BD-308F-3A3207BE8A07}"/>
              </a:ext>
            </a:extLst>
          </p:cNvPr>
          <p:cNvSpPr txBox="1"/>
          <p:nvPr/>
        </p:nvSpPr>
        <p:spPr>
          <a:xfrm>
            <a:off x="608084" y="5379282"/>
            <a:ext cx="111016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 静力学分析的作用</a:t>
            </a:r>
          </a:p>
          <a:p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它能估计不同姿态下各关节的受力大小。也可以作为后面动力学和控制结果的对照。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简而言之，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静力学先告诉我们“哪个关节更吃力”。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2D0DF7-0686-9FCA-13C3-B168E4E955D8}"/>
              </a:ext>
            </a:extLst>
          </p:cNvPr>
          <p:cNvSpPr txBox="1"/>
          <p:nvPr/>
        </p:nvSpPr>
        <p:spPr>
          <a:xfrm>
            <a:off x="608084" y="4462586"/>
            <a:ext cx="111016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其中，</a:t>
            </a:r>
            <a:r>
              <a:rPr lang="en-US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ij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表示第 </a:t>
            </a:r>
            <a:r>
              <a:rPr lang="zh-CN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根杆质心到第 </a:t>
            </a:r>
            <a:r>
              <a:rPr lang="zh-CN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个关节的水平力臂，</a:t>
            </a:r>
            <a:r>
              <a:rPr lang="zh-CN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zh-CN" sz="2400" i="1" baseline="-25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iE</a:t>
            </a:r>
            <a:r>
              <a:rPr lang="zh-CN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表示末端载荷到第 </a:t>
            </a:r>
            <a:r>
              <a:rPr lang="zh-CN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个关节的水平力臂。 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53ACFE-DBB3-BE99-24B3-54B51157A34E}"/>
              </a:ext>
            </a:extLst>
          </p:cNvPr>
          <p:cNvSpPr txBox="1"/>
          <p:nvPr/>
        </p:nvSpPr>
        <p:spPr>
          <a:xfrm>
            <a:off x="608084" y="2576393"/>
            <a:ext cx="111016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关节力矩来自“重量 × 力臂”</a:t>
            </a:r>
          </a:p>
          <a:p>
            <a:pPr>
              <a:buNone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对第 </a:t>
            </a:r>
            <a:r>
              <a:rPr lang="zh-CN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个关节，它后面的杆件和末端载荷都会产生重力矩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离关节越远，力臂越长，需要的力矩越大。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2633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1E3C7FF-68AC-4E55-8E56-AB148A48EDDA}"/>
              </a:ext>
            </a:extLst>
          </p:cNvPr>
          <p:cNvSpPr txBox="1"/>
          <p:nvPr/>
        </p:nvSpPr>
        <p:spPr>
          <a:xfrm>
            <a:off x="608085" y="474757"/>
            <a:ext cx="2304560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静力学演示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static_cut.mov">
            <a:hlinkClick r:id="" action="ppaction://media"/>
            <a:extLst>
              <a:ext uri="{FF2B5EF4-FFF2-40B4-BE49-F238E27FC236}">
                <a16:creationId xmlns:a16="http://schemas.microsoft.com/office/drawing/2014/main" id="{EC3AB25B-6FDC-58E1-9B96-F45ADE7E3D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5207" t="2870" r="5082" b="4338"/>
          <a:stretch>
            <a:fillRect/>
          </a:stretch>
        </p:blipFill>
        <p:spPr>
          <a:xfrm>
            <a:off x="1715911" y="1399822"/>
            <a:ext cx="8760178" cy="509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3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9">
            <a:extLst>
              <a:ext uri="{FF2B5EF4-FFF2-40B4-BE49-F238E27FC236}">
                <a16:creationId xmlns:a16="http://schemas.microsoft.com/office/drawing/2014/main" id="{E48216E9-B1E5-43ED-ADF0-8D29ED28E4E5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3573555"/>
            <a:ext cx="7726362" cy="574675"/>
            <a:chOff x="393" y="762"/>
            <a:chExt cx="4867" cy="362"/>
          </a:xfrm>
        </p:grpSpPr>
        <p:sp>
          <p:nvSpPr>
            <p:cNvPr id="17" name="AutoShape 5">
              <a:extLst>
                <a:ext uri="{FF2B5EF4-FFF2-40B4-BE49-F238E27FC236}">
                  <a16:creationId xmlns:a16="http://schemas.microsoft.com/office/drawing/2014/main" id="{9B63A01C-89C0-4E60-83D7-6731F4DD7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772"/>
              <a:ext cx="4434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kumimoji="0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动力学演示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39F19785-9E0F-40AE-AA25-B587EEB7C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62"/>
              <a:ext cx="362" cy="36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" name="Group 20">
            <a:extLst>
              <a:ext uri="{FF2B5EF4-FFF2-40B4-BE49-F238E27FC236}">
                <a16:creationId xmlns:a16="http://schemas.microsoft.com/office/drawing/2014/main" id="{D3C2E4F6-8E01-4A3A-BB4D-A19681811F8B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1922458"/>
            <a:ext cx="7691437" cy="574675"/>
            <a:chOff x="393" y="1303"/>
            <a:chExt cx="4845" cy="362"/>
          </a:xfrm>
        </p:grpSpPr>
        <p:sp>
          <p:nvSpPr>
            <p:cNvPr id="20" name="AutoShape 7">
              <a:extLst>
                <a:ext uri="{FF2B5EF4-FFF2-40B4-BE49-F238E27FC236}">
                  <a16:creationId xmlns:a16="http://schemas.microsoft.com/office/drawing/2014/main" id="{6ED45C01-77AE-4976-995A-ACBE0E6DB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1313"/>
              <a:ext cx="4412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 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模型建立</a:t>
              </a: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8845CA8A-83AA-489C-8452-44772B541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1303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1AC6BB-5729-4B1A-A0D7-77F86DDC4E29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2775399"/>
            <a:ext cx="7726362" cy="574675"/>
            <a:chOff x="393" y="1801"/>
            <a:chExt cx="4867" cy="362"/>
          </a:xfrm>
        </p:grpSpPr>
        <p:sp>
          <p:nvSpPr>
            <p:cNvPr id="23" name="AutoShape 9">
              <a:extLst>
                <a:ext uri="{FF2B5EF4-FFF2-40B4-BE49-F238E27FC236}">
                  <a16:creationId xmlns:a16="http://schemas.microsoft.com/office/drawing/2014/main" id="{8E1362A8-31B2-413D-8869-85355E478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1811"/>
              <a:ext cx="4434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静力学演示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Rectangle 10">
              <a:extLst>
                <a:ext uri="{FF2B5EF4-FFF2-40B4-BE49-F238E27FC236}">
                  <a16:creationId xmlns:a16="http://schemas.microsoft.com/office/drawing/2014/main" id="{4EC89C41-85D3-4FE1-B433-A4D53029A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1801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Group 22">
            <a:extLst>
              <a:ext uri="{FF2B5EF4-FFF2-40B4-BE49-F238E27FC236}">
                <a16:creationId xmlns:a16="http://schemas.microsoft.com/office/drawing/2014/main" id="{24BE35AF-11BC-4DE6-844C-D994FAEE5009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4474167"/>
            <a:ext cx="7764462" cy="574675"/>
            <a:chOff x="393" y="2313"/>
            <a:chExt cx="4891" cy="362"/>
          </a:xfrm>
        </p:grpSpPr>
        <p:sp>
          <p:nvSpPr>
            <p:cNvPr id="26" name="AutoShape 9">
              <a:extLst>
                <a:ext uri="{FF2B5EF4-FFF2-40B4-BE49-F238E27FC236}">
                  <a16:creationId xmlns:a16="http://schemas.microsoft.com/office/drawing/2014/main" id="{C23DB8F4-91CD-47CC-9A97-BB035C5CA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2318"/>
              <a:ext cx="4458" cy="351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 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让机器人学会抓取：深度强化学习控制探索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Rectangle 10">
              <a:extLst>
                <a:ext uri="{FF2B5EF4-FFF2-40B4-BE49-F238E27FC236}">
                  <a16:creationId xmlns:a16="http://schemas.microsoft.com/office/drawing/2014/main" id="{4DD6BB34-56CB-49E7-9716-6003354E7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2313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8015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C9F65-6B6C-DC8D-DBAC-57247A35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AC471D5F-0FEA-7DF7-F9CF-B3EE0008F3FF}"/>
              </a:ext>
            </a:extLst>
          </p:cNvPr>
          <p:cNvSpPr txBox="1"/>
          <p:nvPr/>
        </p:nvSpPr>
        <p:spPr>
          <a:xfrm>
            <a:off x="924449" y="520274"/>
            <a:ext cx="6446507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动力学演示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拉格朗日原理视角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56B439-1106-AB74-6663-FCEDA438B1F2}"/>
              </a:ext>
            </a:extLst>
          </p:cNvPr>
          <p:cNvSpPr txBox="1"/>
          <p:nvPr/>
        </p:nvSpPr>
        <p:spPr>
          <a:xfrm>
            <a:off x="924449" y="1291347"/>
            <a:ext cx="106298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 换一个角度看系统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达朗贝尔原理从“受力平衡”出发；拉格朗日方法则从系统整体能量出发。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对四连杆机构，我们选取关节角作为广义坐标：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CD85F9-AAEB-72F8-5879-83BAC460492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991608" y="2635922"/>
            <a:ext cx="2208784" cy="3413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F77B5AC-9BB0-19B9-9293-FB60D8A4277D}"/>
              </a:ext>
            </a:extLst>
          </p:cNvPr>
          <p:cNvSpPr txBox="1"/>
          <p:nvPr/>
        </p:nvSpPr>
        <p:spPr>
          <a:xfrm>
            <a:off x="924449" y="3018904"/>
            <a:ext cx="453201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用能量描述运动</a:t>
            </a: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系统的动能和势能分别记为：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BBBA618-6B42-D2FC-8961-C152FEBFFB47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618736" y="3940414"/>
            <a:ext cx="2954528" cy="24790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A5FD93D-0DAA-4687-977F-7DEFA6282040}"/>
              </a:ext>
            </a:extLst>
          </p:cNvPr>
          <p:cNvSpPr txBox="1"/>
          <p:nvPr/>
        </p:nvSpPr>
        <p:spPr>
          <a:xfrm>
            <a:off x="924449" y="4403899"/>
            <a:ext cx="2685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拉格朗日量为：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40C692A-2152-7DD0-E9BD-ABECE9A106BB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416296" y="4865526"/>
            <a:ext cx="1359408" cy="18897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5EBBB98-B8BC-CA58-FF92-88413793EBB4}"/>
              </a:ext>
            </a:extLst>
          </p:cNvPr>
          <p:cNvSpPr txBox="1"/>
          <p:nvPr/>
        </p:nvSpPr>
        <p:spPr>
          <a:xfrm>
            <a:off x="924449" y="5177547"/>
            <a:ext cx="5763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再由拉格朗日方程得到关节驱动力矩：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7E7D5E1A-E54A-42E8-501C-8F7E69EECAD5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087221" y="5731710"/>
            <a:ext cx="2304288" cy="75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977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F77C7-7D7E-719B-B129-0EB55987E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A0794438-8458-FED9-C75A-805DDE9A5E47}"/>
              </a:ext>
            </a:extLst>
          </p:cNvPr>
          <p:cNvSpPr txBox="1"/>
          <p:nvPr/>
        </p:nvSpPr>
        <p:spPr>
          <a:xfrm>
            <a:off x="924449" y="520274"/>
            <a:ext cx="6379600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动力学演示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达朗贝尔原理视角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49CF49-3361-364B-E536-D9E09E513032}"/>
              </a:ext>
            </a:extLst>
          </p:cNvPr>
          <p:cNvSpPr txBox="1"/>
          <p:nvPr/>
        </p:nvSpPr>
        <p:spPr>
          <a:xfrm>
            <a:off x="924449" y="1330260"/>
            <a:ext cx="80874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 把动力学问题转成“平衡问题”</a:t>
            </a:r>
            <a:b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达朗贝尔原理的核心是：在真实外力之外，引入惯性力。</a:t>
            </a:r>
            <a:b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这样，运动中的机构可以写成一种“动态平衡”：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F57462-77FA-F3C3-F7B6-DA8DCF85A43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11040" y="2695205"/>
            <a:ext cx="3169920" cy="52974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72BD7E0-C62B-01F9-94B9-4A10A5F0E427}"/>
              </a:ext>
            </a:extLst>
          </p:cNvPr>
          <p:cNvSpPr txBox="1"/>
          <p:nvPr/>
        </p:nvSpPr>
        <p:spPr>
          <a:xfrm>
            <a:off x="924449" y="3311090"/>
            <a:ext cx="77796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对每根杆件建立受力关系</a:t>
            </a:r>
            <a:b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对四连杆机构，杆件受到重力、关节约束力和惯性力。</a:t>
            </a:r>
            <a:b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第 </a:t>
            </a:r>
            <a:r>
              <a:rPr lang="zh-CN" altLang="zh-CN" sz="2400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根杆件的惯性力可写为：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A91BF9-7669-9EC6-5ECC-F447F4DF074A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064760" y="4498299"/>
            <a:ext cx="2062480" cy="33121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2EC7E45-7F17-0CF7-1B5E-5D3EE2D0EF42}"/>
              </a:ext>
            </a:extLst>
          </p:cNvPr>
          <p:cNvSpPr txBox="1"/>
          <p:nvPr/>
        </p:nvSpPr>
        <p:spPr>
          <a:xfrm>
            <a:off x="924449" y="481639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再由力矩平衡求出关节驱动力矩。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A8D980-1FB3-A49C-BE30-C4C91ACE2564}"/>
              </a:ext>
            </a:extLst>
          </p:cNvPr>
          <p:cNvSpPr txBox="1"/>
          <p:nvPr/>
        </p:nvSpPr>
        <p:spPr>
          <a:xfrm>
            <a:off x="924449" y="5264941"/>
            <a:ext cx="98411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两个视角殊途同归</a:t>
            </a:r>
            <a:b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达朗贝尔从“力”出发，拉格朗日从“能量”出发。</a:t>
            </a:r>
            <a:b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• 两种方法视角不同，但都在描述同一个四连杆动力学问题。</a:t>
            </a:r>
          </a:p>
        </p:txBody>
      </p:sp>
    </p:spTree>
    <p:extLst>
      <p:ext uri="{BB962C8B-B14F-4D97-AF65-F5344CB8AC3E}">
        <p14:creationId xmlns:p14="http://schemas.microsoft.com/office/powerpoint/2010/main" val="3817629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2D05539-BCD3-425C-88CA-8BC2F9BF4F77}"/>
              </a:ext>
            </a:extLst>
          </p:cNvPr>
          <p:cNvSpPr txBox="1"/>
          <p:nvPr/>
        </p:nvSpPr>
        <p:spPr>
          <a:xfrm>
            <a:off x="608085" y="474757"/>
            <a:ext cx="2304560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动力学演示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dynamic_cut.mov">
            <a:hlinkClick r:id="" action="ppaction://media"/>
            <a:extLst>
              <a:ext uri="{FF2B5EF4-FFF2-40B4-BE49-F238E27FC236}">
                <a16:creationId xmlns:a16="http://schemas.microsoft.com/office/drawing/2014/main" id="{060F29E7-E73F-050F-5410-F1494CC29DE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988" t="2469" r="4988" b="4033"/>
          <a:stretch>
            <a:fillRect/>
          </a:stretch>
        </p:blipFill>
        <p:spPr>
          <a:xfrm>
            <a:off x="1862732" y="1437086"/>
            <a:ext cx="8466535" cy="494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7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>
            <a:extLst>
              <a:ext uri="{FF2B5EF4-FFF2-40B4-BE49-F238E27FC236}">
                <a16:creationId xmlns:a16="http://schemas.microsoft.com/office/drawing/2014/main" id="{3BF2E692-BDBE-464D-8334-D89C9E43FB65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4489272"/>
            <a:ext cx="7726362" cy="574675"/>
            <a:chOff x="393" y="762"/>
            <a:chExt cx="4867" cy="362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A619BA62-60E0-4F68-B3B7-57D037FB1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772"/>
              <a:ext cx="4434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kumimoji="0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让机器人学会抓取：深度强化学习控制探索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A14EA0B7-AE20-4568-A911-09F1260C9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762"/>
              <a:ext cx="362" cy="36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4DBC59EA-37E9-491B-9735-62FE38E0DC58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1922458"/>
            <a:ext cx="7691437" cy="574675"/>
            <a:chOff x="393" y="1303"/>
            <a:chExt cx="4845" cy="362"/>
          </a:xfrm>
        </p:grpSpPr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998342F0-4DDD-4412-9B40-2F7EC9EA9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1313"/>
              <a:ext cx="4412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 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模型建立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6712FF-5BEA-40A7-BB47-B02985CA9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1303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一</a:t>
              </a:r>
            </a:p>
          </p:txBody>
        </p:sp>
      </p:grpSp>
      <p:grpSp>
        <p:nvGrpSpPr>
          <p:cNvPr id="10" name="Group 21">
            <a:extLst>
              <a:ext uri="{FF2B5EF4-FFF2-40B4-BE49-F238E27FC236}">
                <a16:creationId xmlns:a16="http://schemas.microsoft.com/office/drawing/2014/main" id="{18A12A54-CD36-4211-8CA3-452C73A810CA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2775399"/>
            <a:ext cx="7726362" cy="574675"/>
            <a:chOff x="393" y="1801"/>
            <a:chExt cx="4867" cy="362"/>
          </a:xfrm>
        </p:grpSpPr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EDFE831D-0EC2-4D8D-9A32-A1E318A7B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1811"/>
              <a:ext cx="4434" cy="34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 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静力学演示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A6F231AA-72B6-4CD6-99BA-B4D58256C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1801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</a:t>
              </a: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6F585C41-D5E3-40A1-88D6-1864A5D299B3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3625457"/>
            <a:ext cx="7764462" cy="574675"/>
            <a:chOff x="393" y="2313"/>
            <a:chExt cx="4891" cy="362"/>
          </a:xfrm>
        </p:grpSpPr>
        <p:sp>
          <p:nvSpPr>
            <p:cNvPr id="14" name="AutoShape 9">
              <a:extLst>
                <a:ext uri="{FF2B5EF4-FFF2-40B4-BE49-F238E27FC236}">
                  <a16:creationId xmlns:a16="http://schemas.microsoft.com/office/drawing/2014/main" id="{7BE4AF04-9B77-4C42-94BD-1E0E82853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2318"/>
              <a:ext cx="4458" cy="351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动力学演示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DD52CFAD-7E4C-43CE-AB33-88068D7E7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2313"/>
              <a:ext cx="362" cy="36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kumimoji="1"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3267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77590-DEFD-B295-3CA4-C087DFFCB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2FC6B21C-7653-5AF8-3685-B19F3A0CB09F}"/>
              </a:ext>
            </a:extLst>
          </p:cNvPr>
          <p:cNvSpPr txBox="1"/>
          <p:nvPr/>
        </p:nvSpPr>
        <p:spPr>
          <a:xfrm>
            <a:off x="259780" y="315575"/>
            <a:ext cx="7978964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让机器人学会抓取：深度强化学习控制探索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350BB5-8A05-6574-3D57-1C2D73D3CB44}"/>
              </a:ext>
            </a:extLst>
          </p:cNvPr>
          <p:cNvSpPr txBox="1"/>
          <p:nvPr/>
        </p:nvSpPr>
        <p:spPr>
          <a:xfrm>
            <a:off x="259780" y="1079657"/>
            <a:ext cx="3975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为什么想到强化学习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？</a:t>
            </a: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22AB587-5083-4F23-0240-44AEC652E9ED}"/>
              </a:ext>
            </a:extLst>
          </p:cNvPr>
          <p:cNvSpPr/>
          <p:nvPr/>
        </p:nvSpPr>
        <p:spPr>
          <a:xfrm>
            <a:off x="1237904" y="1772126"/>
            <a:ext cx="2718503" cy="110763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The Thinking Game</a:t>
            </a:r>
          </a:p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围棋反复试错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143F59D-9BD5-DB83-6703-46BB5F6F87CD}"/>
              </a:ext>
            </a:extLst>
          </p:cNvPr>
          <p:cNvSpPr/>
          <p:nvPr/>
        </p:nvSpPr>
        <p:spPr>
          <a:xfrm>
            <a:off x="1237905" y="3268470"/>
            <a:ext cx="2718503" cy="110763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四连杆机械臂</a:t>
            </a:r>
            <a:endParaRPr kumimoji="1"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抓物尝试不同动作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22AB587-5083-4F23-0240-44AEC652E9ED}"/>
              </a:ext>
            </a:extLst>
          </p:cNvPr>
          <p:cNvSpPr/>
          <p:nvPr/>
        </p:nvSpPr>
        <p:spPr>
          <a:xfrm>
            <a:off x="1237904" y="4764813"/>
            <a:ext cx="2718503" cy="110763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控制目标</a:t>
            </a:r>
            <a:endParaRPr kumimoji="1"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赢棋</a:t>
            </a:r>
            <a:r>
              <a:rPr kumimoji="1"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kumimoji="1"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末端接近终点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2807924-2B23-CC70-A2D2-24C553215621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2597156" y="2879757"/>
            <a:ext cx="1" cy="388713"/>
          </a:xfrm>
          <a:prstGeom prst="straightConnector1">
            <a:avLst/>
          </a:prstGeom>
          <a:ln w="63500"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A0190F41-4EB5-9EFB-8632-42800F8B69B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597156" y="4376101"/>
            <a:ext cx="1" cy="388712"/>
          </a:xfrm>
          <a:prstGeom prst="straightConnector1">
            <a:avLst/>
          </a:prstGeom>
          <a:ln w="63500"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4C67FEC-9436-8FB2-FC66-8C453DECBE4C}"/>
              </a:ext>
            </a:extLst>
          </p:cNvPr>
          <p:cNvSpPr txBox="1"/>
          <p:nvPr/>
        </p:nvSpPr>
        <p:spPr>
          <a:xfrm>
            <a:off x="4337833" y="1779016"/>
            <a:ext cx="717022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000" b="1" dirty="0"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1. 纪录片给我们的启发</a:t>
            </a:r>
            <a:endParaRPr lang="zh-CN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《The Thinking Game》让我们看到：AI 不一定是被一步步写好答案，而是可以通过</a:t>
            </a:r>
            <a:r>
              <a:rPr lang="zh-CN" altLang="zh-CN" sz="2000" b="1" dirty="0"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尝试、反馈和修正</a:t>
            </a:r>
            <a: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逐渐形成策略。</a:t>
            </a:r>
          </a:p>
          <a:p>
            <a:pPr>
              <a:buNone/>
            </a:pPr>
            <a:b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endParaRPr lang="zh-CN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zh-CN" sz="2000" b="1" dirty="0"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2. 回到四连杆检测机器人</a:t>
            </a:r>
            <a:endParaRPr lang="zh-CN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我们的机械臂也面临类似问题：它不是只需要算出一个静止姿态，而是要在连续动作中，让末端检测器一步步接近目标点。</a:t>
            </a:r>
          </a:p>
          <a:p>
            <a:pPr>
              <a:buNone/>
            </a:pPr>
            <a:b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endParaRPr lang="zh-CN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zh-CN" sz="2000" b="1" dirty="0"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3. 因此，我们做了一个小型探索</a:t>
            </a:r>
            <a:endParaRPr lang="zh-CN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把四连杆机械臂放进仿真环境中，让它反复尝试不同动作，并根据“是否更接近目标点”获得反馈，逐渐学习一套控制策略。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855CEE-A82F-73EA-0560-333750A7ABD1}"/>
              </a:ext>
            </a:extLst>
          </p:cNvPr>
          <p:cNvSpPr txBox="1"/>
          <p:nvPr/>
        </p:nvSpPr>
        <p:spPr>
          <a:xfrm>
            <a:off x="2030301" y="6142315"/>
            <a:ext cx="81313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强化学习在这里不是替代力学分析，而是基于已有模型的一次控制探索</a:t>
            </a:r>
            <a:endParaRPr lang="zh-CN" altLang="zh-CN" sz="20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6055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8AB59-B339-EBA1-7A58-27F43EDF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45C166DF-D101-715F-DDE1-A33E21930F5C}"/>
              </a:ext>
            </a:extLst>
          </p:cNvPr>
          <p:cNvSpPr txBox="1"/>
          <p:nvPr/>
        </p:nvSpPr>
        <p:spPr>
          <a:xfrm>
            <a:off x="259780" y="315575"/>
            <a:ext cx="7978964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让机器人学会抓取：深度强化学习控制探索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08EBCA-9CE9-32C6-4E39-63998486495A}"/>
              </a:ext>
            </a:extLst>
          </p:cNvPr>
          <p:cNvSpPr txBox="1"/>
          <p:nvPr/>
        </p:nvSpPr>
        <p:spPr>
          <a:xfrm>
            <a:off x="259780" y="1079657"/>
            <a:ext cx="77802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我们怎么把四连杆问题改写成强化学习问题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FDA58DA2-1888-B3B9-A9E2-449F5DA1E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40868"/>
            <a:ext cx="5406808" cy="3442658"/>
          </a:xfrm>
          <a:prstGeom prst="rect">
            <a:avLst/>
          </a:prstGeom>
        </p:spPr>
      </p:pic>
      <p:sp>
        <p:nvSpPr>
          <p:cNvPr id="81" name="文本框 80">
            <a:extLst>
              <a:ext uri="{FF2B5EF4-FFF2-40B4-BE49-F238E27FC236}">
                <a16:creationId xmlns:a16="http://schemas.microsoft.com/office/drawing/2014/main" id="{79DEA272-75A4-7D53-7C7E-4E1B00348CC1}"/>
              </a:ext>
            </a:extLst>
          </p:cNvPr>
          <p:cNvSpPr txBox="1"/>
          <p:nvPr/>
        </p:nvSpPr>
        <p:spPr>
          <a:xfrm>
            <a:off x="259780" y="1720629"/>
            <a:ext cx="60083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 环境：四连杆仿真模型</a:t>
            </a:r>
            <a:endParaRPr lang="zh-CN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None/>
            </a:pP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我们先用前面建立的几何和动力学模型，搭建一个简化仿真环境。机械臂每执行一次动作，仿真环境就更新一次姿态和末端位置。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FE1636D-AF7B-20CA-8789-58470F1DE5E8}"/>
              </a:ext>
            </a:extLst>
          </p:cNvPr>
          <p:cNvSpPr txBox="1"/>
          <p:nvPr/>
        </p:nvSpPr>
        <p:spPr>
          <a:xfrm>
            <a:off x="259780" y="3044068"/>
            <a:ext cx="2639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状态、动作、奖励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C93595E-09E5-F838-477E-E56DC1230523}"/>
              </a:ext>
            </a:extLst>
          </p:cNvPr>
          <p:cNvSpPr txBox="1"/>
          <p:nvPr/>
        </p:nvSpPr>
        <p:spPr>
          <a:xfrm>
            <a:off x="259780" y="5383526"/>
            <a:ext cx="115047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 学习过程</a:t>
            </a:r>
            <a:endParaRPr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它每次根据当前状态做出动作，环境返回新的位置。经过多次尝试后，逐渐学会让末端靠近目标点。</a:t>
            </a:r>
          </a:p>
        </p:txBody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C431F7E8-3E81-8E9E-6D7E-E28F1C68FD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2500" y="3480670"/>
            <a:ext cx="4934090" cy="1863018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E25054FD-0B5A-D938-837F-5DE72C2646B2}"/>
              </a:ext>
            </a:extLst>
          </p:cNvPr>
          <p:cNvSpPr txBox="1"/>
          <p:nvPr/>
        </p:nvSpPr>
        <p:spPr>
          <a:xfrm>
            <a:off x="2728396" y="6275866"/>
            <a:ext cx="72586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把机械臂</a:t>
            </a:r>
            <a:r>
              <a:rPr lang="zh-CN" altLang="en-US" sz="2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抓物</a:t>
            </a:r>
            <a:r>
              <a:rPr lang="zh-CN" altLang="zh-CN" sz="2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问题转化成“状态—动作—反馈”的学习过程</a:t>
            </a:r>
          </a:p>
        </p:txBody>
      </p:sp>
    </p:spTree>
    <p:extLst>
      <p:ext uri="{BB962C8B-B14F-4D97-AF65-F5344CB8AC3E}">
        <p14:creationId xmlns:p14="http://schemas.microsoft.com/office/powerpoint/2010/main" val="2037993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5203-521D-10F4-DCDA-FBA42B729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2AC828F8-2EDE-A4E0-2D3D-039FD5CD88A9}"/>
              </a:ext>
            </a:extLst>
          </p:cNvPr>
          <p:cNvSpPr txBox="1"/>
          <p:nvPr/>
        </p:nvSpPr>
        <p:spPr>
          <a:xfrm>
            <a:off x="259780" y="315575"/>
            <a:ext cx="7978964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让机器人学会抓取：深度强化学习控制探索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808EEE4-6B56-6125-C737-D7A401565EA4}"/>
              </a:ext>
            </a:extLst>
          </p:cNvPr>
          <p:cNvSpPr txBox="1"/>
          <p:nvPr/>
        </p:nvSpPr>
        <p:spPr>
          <a:xfrm>
            <a:off x="259780" y="1079657"/>
            <a:ext cx="5115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训练后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我们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看到了什么结果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？</a:t>
            </a:r>
            <a:endParaRPr lang="zh-CN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D6F2D6-4C8D-275F-9EF1-439A405944C2}"/>
              </a:ext>
            </a:extLst>
          </p:cNvPr>
          <p:cNvSpPr txBox="1"/>
          <p:nvPr/>
        </p:nvSpPr>
        <p:spPr>
          <a:xfrm>
            <a:off x="5041136" y="1931253"/>
            <a:ext cx="1956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50k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次交互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8E40C7-8881-C8C0-DC72-112C1388833B}"/>
              </a:ext>
            </a:extLst>
          </p:cNvPr>
          <p:cNvSpPr txBox="1"/>
          <p:nvPr/>
        </p:nvSpPr>
        <p:spPr>
          <a:xfrm>
            <a:off x="5124752" y="3986823"/>
            <a:ext cx="256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100k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次交互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823733-3062-9FCC-F8AB-2936CB90E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1136" y="2361460"/>
            <a:ext cx="3506874" cy="140949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D73371C-244E-C862-31BA-4212A63F14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1136" y="4368849"/>
            <a:ext cx="3506874" cy="140949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0884675-3889-3B89-E1F1-A13B7E78204C}"/>
              </a:ext>
            </a:extLst>
          </p:cNvPr>
          <p:cNvSpPr txBox="1"/>
          <p:nvPr/>
        </p:nvSpPr>
        <p:spPr>
          <a:xfrm>
            <a:off x="8548010" y="1931253"/>
            <a:ext cx="207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200k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次交互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E4DD4A-D771-8156-008F-6506E3139B1C}"/>
              </a:ext>
            </a:extLst>
          </p:cNvPr>
          <p:cNvSpPr txBox="1"/>
          <p:nvPr/>
        </p:nvSpPr>
        <p:spPr>
          <a:xfrm>
            <a:off x="8548010" y="3986823"/>
            <a:ext cx="329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500k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交互锤炼出最佳控制策略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6EEBD1F-EED3-3933-3656-EEBC4F14A6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48010" y="2361460"/>
            <a:ext cx="3506874" cy="14094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78C5B34-0DDF-8179-64A4-A8696F822D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48010" y="4368849"/>
            <a:ext cx="3506874" cy="14094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859EAA9-B036-57AA-F4B5-B827D7EE7FBE}"/>
              </a:ext>
            </a:extLst>
          </p:cNvPr>
          <p:cNvSpPr txBox="1"/>
          <p:nvPr/>
        </p:nvSpPr>
        <p:spPr>
          <a:xfrm>
            <a:off x="518575" y="2001664"/>
            <a:ext cx="41839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 训练早期：仍在探索</a:t>
            </a:r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None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 次交互时，机器人已经能做出动作，但末端位置还不稳定，距离目标点较远。</a:t>
            </a:r>
          </a:p>
          <a:p>
            <a:pPr>
              <a:buNone/>
            </a:pPr>
            <a:b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None/>
            </a:pP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训练中期：开始靠近目标</a:t>
            </a:r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100k 到 200k 次交互后，末端逐渐靠近目标区域，说明奖励反馈开始起作用。</a:t>
            </a:r>
          </a:p>
          <a:p>
            <a:pPr>
              <a:buNone/>
            </a:pPr>
            <a:b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None/>
            </a:pP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 训练后期：形成可用策略</a:t>
            </a:r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None/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500k 次交互后，机械臂能稳定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且快速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地接近目标点。</a:t>
            </a:r>
            <a:b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zh-CN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BBF7D2-5649-C461-5BBA-838F4D606B1B}"/>
              </a:ext>
            </a:extLst>
          </p:cNvPr>
          <p:cNvSpPr txBox="1"/>
          <p:nvPr/>
        </p:nvSpPr>
        <p:spPr>
          <a:xfrm>
            <a:off x="2236286" y="5987796"/>
            <a:ext cx="83379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训练结果说明这个思路是可行的，但是否合理仍要回到力学模型中检查</a:t>
            </a:r>
          </a:p>
        </p:txBody>
      </p:sp>
    </p:spTree>
    <p:extLst>
      <p:ext uri="{BB962C8B-B14F-4D97-AF65-F5344CB8AC3E}">
        <p14:creationId xmlns:p14="http://schemas.microsoft.com/office/powerpoint/2010/main" val="881765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8C37D57-EB3D-4D60-A79C-1B3DBBF2003D}"/>
              </a:ext>
            </a:extLst>
          </p:cNvPr>
          <p:cNvSpPr txBox="1"/>
          <p:nvPr/>
        </p:nvSpPr>
        <p:spPr>
          <a:xfrm>
            <a:off x="608085" y="474757"/>
            <a:ext cx="2519163" cy="5847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 anchorCtr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ClrTx/>
              <a:buSzTx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总结和感悟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C8004A-4A01-836C-BF5D-74BDE9788888}"/>
              </a:ext>
            </a:extLst>
          </p:cNvPr>
          <p:cNvSpPr txBox="1"/>
          <p:nvPr/>
        </p:nvSpPr>
        <p:spPr>
          <a:xfrm>
            <a:off x="608085" y="1382226"/>
            <a:ext cx="10755008" cy="465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b="1" dirty="0">
                <a:latin typeface="Arial" panose="020B0604020202020204" pitchFamily="34" charset="0"/>
                <a:ea typeface="Microsoft YaHei" panose="020B0503020204020204" pitchFamily="34" charset="-122"/>
              </a:rPr>
              <a:t>1.我们先把问题讲清楚</a:t>
            </a:r>
            <a:b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</a:rPr>
            </a:br>
            <a: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</a:rPr>
              <a:t>我们先把检测机器人简化成四连杆模型，明确关节角、杆长、末端位置和目标点的关系。模型清楚了，后面的分析才有依据。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zh-CN" sz="2000" b="1" dirty="0">
                <a:latin typeface="Arial" panose="020B0604020202020204" pitchFamily="34" charset="0"/>
                <a:ea typeface="Microsoft YaHei" panose="020B0503020204020204" pitchFamily="34" charset="-122"/>
              </a:rPr>
              <a:t>2. 力学分析是基础</a:t>
            </a:r>
            <a:b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</a:rPr>
            </a:br>
            <a: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</a:rPr>
              <a:t>静力学判断哪个关节更吃力；达朗贝尔从受力看运动；拉格朗日从能量看运动。视角不同，但都在解释同一个机械臂问题。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zh-CN" sz="2000" b="1" dirty="0">
                <a:latin typeface="Arial" panose="020B0604020202020204" pitchFamily="34" charset="0"/>
                <a:ea typeface="Microsoft YaHei" panose="020B0503020204020204" pitchFamily="34" charset="-122"/>
              </a:rPr>
              <a:t>3. 数据驱动是探索</a:t>
            </a:r>
            <a:b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</a:rPr>
            </a:br>
            <a: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</a:rPr>
              <a:t>强化学习不是替代理论，而是在仿真模型中反复尝试，学习怎样让末端更接近目标点。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zh-CN" sz="2000" b="1" dirty="0">
                <a:latin typeface="Arial" panose="020B0604020202020204" pitchFamily="34" charset="0"/>
                <a:ea typeface="Microsoft YaHei" panose="020B0503020204020204" pitchFamily="34" charset="-122"/>
              </a:rPr>
              <a:t>4. AI 是工具，不是答案</a:t>
            </a:r>
            <a:b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</a:rPr>
            </a:br>
            <a:r>
              <a:rPr lang="zh-CN" altLang="zh-CN" sz="2000" dirty="0">
                <a:latin typeface="Arial" panose="020B0604020202020204" pitchFamily="34" charset="0"/>
                <a:ea typeface="Microsoft YaHei" panose="020B0503020204020204" pitchFamily="34" charset="-122"/>
              </a:rPr>
              <a:t>AI 可以帮助写代码、整理公式和调试结果，但模型是否合理，最终还要靠力学知识来判断。</a:t>
            </a:r>
          </a:p>
        </p:txBody>
      </p:sp>
    </p:spTree>
    <p:extLst>
      <p:ext uri="{BB962C8B-B14F-4D97-AF65-F5344CB8AC3E}">
        <p14:creationId xmlns:p14="http://schemas.microsoft.com/office/powerpoint/2010/main" val="14734877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22px;\&quot; xmlns=\&quot;http://www.w3.org/1998/Math/MathML\&quot;&gt;&lt;mi&gt;q&lt;/mi&gt;&lt;mo&gt;=&lt;/mo&gt;&lt;mo&gt;[&lt;/mo&gt;&lt;msub&gt;&lt;mi&gt;&amp;#x3B8;&lt;/mi&gt;&lt;mn&gt;1&lt;/mn&gt;&lt;/msub&gt;&lt;mo&gt;,&lt;/mo&gt;&lt;msub&gt;&lt;mi&gt;&amp;#x3B8;&lt;/mi&gt;&lt;mn&gt;2&lt;/mn&gt;&lt;/msub&gt;&lt;mo&gt;,&lt;/mo&gt;&lt;msub&gt;&lt;mi&gt;&amp;#x3B8;&lt;/mi&gt;&lt;mn&gt;3&lt;/mn&gt;&lt;/msub&gt;&lt;mo&gt;,&lt;/mo&gt;&lt;msub&gt;&lt;mi&gt;&amp;#x3B8;&lt;/mi&gt;&lt;mn&gt;4&lt;/mn&gt;&lt;/msub&gt;&lt;msup&gt;&lt;mo&gt;]&lt;/mo&gt;&lt;mi&gt;T&lt;/mi&gt;&lt;/msup&gt;&lt;/math&gt;&quot;,&quot;origin&quot;:&quot;MathType Legacy&quot;,&quot;version&quot;:&quot;v3.23.0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22px;\&quot; xmlns=\&quot;http://www.w3.org/1998/Math/MathML\&quot;&gt;&lt;msub&gt;&lt;mi&gt;x&lt;/mi&gt;&lt;mi&gt;E&lt;/mi&gt;&lt;/msub&gt;&lt;mo&gt;=&lt;/mo&gt;&lt;munderover&gt;&lt;mo&gt;&amp;#x2211;&lt;/mo&gt;&lt;mrow&gt;&lt;mi&gt;i&lt;/mi&gt;&lt;mo&gt;=&lt;/mo&gt;&lt;mn&gt;1&lt;/mn&gt;&lt;/mrow&gt;&lt;mn&gt;4&lt;/mn&gt;&lt;/munderover&gt;&lt;msub&gt;&lt;mi&gt;L&lt;/mi&gt;&lt;mi&gt;i&lt;/mi&gt;&lt;/msub&gt;&lt;mi&gt;cos&lt;/mi&gt;&lt;msub&gt;&lt;mi&gt;&amp;#x3B8;&lt;/mi&gt;&lt;mi&gt;i&lt;/mi&gt;&lt;/msub&gt;&lt;mo&gt;,&lt;/mo&gt;&lt;mo&gt;&amp;#xA0;&lt;/mo&gt;&lt;msub&gt;&lt;mi&gt;y&lt;/mi&gt;&lt;mi&gt;E&lt;/mi&gt;&lt;/msub&gt;&lt;mo&gt;=&lt;/mo&gt;&lt;munderover&gt;&lt;mo&gt;&amp;#x2211;&lt;/mo&gt;&lt;mrow&gt;&lt;mi&gt;i&lt;/mi&gt;&lt;mo&gt;=&lt;/mo&gt;&lt;mn&gt;1&lt;/mn&gt;&lt;/mrow&gt;&lt;mn&gt;4&lt;/mn&gt;&lt;/munderover&gt;&lt;msub&gt;&lt;mi&gt;L&lt;/mi&gt;&lt;mi&gt;i&lt;/mi&gt;&lt;/msub&gt;&lt;mi&gt;sin&lt;/mi&gt;&lt;msub&gt;&lt;mi&gt;&amp;#x3B8;&lt;/mi&gt;&lt;mi&gt;i&lt;/mi&gt;&lt;/msub&gt;&lt;mspace linebreak=\&quot;newline\&quot;/&gt;&lt;mi&gt;d&lt;/mi&gt;&lt;mo&gt;=&lt;/mo&gt;&lt;msqrt&gt;&lt;mo&gt;(&lt;/mo&gt;&lt;msub&gt;&lt;mi&gt;x&lt;/mi&gt;&lt;mi&gt;E&lt;/mi&gt;&lt;/msub&gt;&lt;mo&gt;-&lt;/mo&gt;&lt;msub&gt;&lt;mi&gt;x&lt;/mi&gt;&lt;mi&gt;s&lt;/mi&gt;&lt;/msub&gt;&lt;msup&gt;&lt;mo&gt;)&lt;/mo&gt;&lt;mn&gt;2&lt;/mn&gt;&lt;/msup&gt;&lt;mo&gt;+&lt;/mo&gt;&lt;mo&gt;(&lt;/mo&gt;&lt;msub&gt;&lt;mi&gt;y&lt;/mi&gt;&lt;mi&gt;E&lt;/mi&gt;&lt;/msub&gt;&lt;mo&gt;-&lt;/mo&gt;&lt;msub&gt;&lt;mi&gt;y&lt;/mi&gt;&lt;mi&gt;s&lt;/mi&gt;&lt;/msub&gt;&lt;msup&gt;&lt;mo&gt;)&lt;/mo&gt;&lt;mn&gt;2&lt;/mn&gt;&lt;/msup&gt;&lt;/msqrt&gt;&lt;mspace linebreak=\&quot;newline\&quot;/&gt;&lt;/math&gt;&quot;,&quot;origin&quot;:&quot;MathType Legacy&quot;,&quot;version&quot;:&quot;v3.23.0&quot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22px;\&quot; xmlns=\&quot;http://www.w3.org/1998/Math/MathML\&quot;&gt;&lt;msub&gt;&lt;mi&gt;&amp;#x3C4;&lt;/mi&gt;&lt;mi&gt;i&lt;/mi&gt;&lt;/msub&gt;&lt;mo&gt;=&lt;/mo&gt;&lt;munderover&gt;&lt;mo&gt;&amp;#x2211;&lt;/mo&gt;&lt;mrow&gt;&lt;mi&gt;j&lt;/mi&gt;&lt;mo&gt;=&lt;/mo&gt;&lt;mi&gt;i&lt;/mi&gt;&lt;/mrow&gt;&lt;mn&gt;4&lt;/mn&gt;&lt;/munderover&gt;&lt;msub&gt;&lt;mi&gt;m&lt;/mi&gt;&lt;mi&gt;j&lt;/mi&gt;&lt;/msub&gt;&lt;mi&gt;g&lt;/mi&gt;&lt;mo&gt;&amp;#x200A;&lt;/mo&gt;&lt;msub&gt;&lt;mi&gt;r&lt;/mi&gt;&lt;mrow&gt;&lt;mi&gt;i&lt;/mi&gt;&lt;mi&gt;j&lt;/mi&gt;&lt;/mrow&gt;&lt;/msub&gt;&lt;mo&gt;+&lt;/mo&gt;&lt;msub&gt;&lt;mi&gt;m&lt;/mi&gt;&lt;mn&gt;5&lt;/mn&gt;&lt;/msub&gt;&lt;mi&gt;g&lt;/mi&gt;&lt;mo&gt;&amp;#x200A;&lt;/mo&gt;&lt;msub&gt;&lt;mi&gt;r&lt;/mi&gt;&lt;mrow&gt;&lt;mi&gt;i&lt;/mi&gt;&lt;mi&gt;E&lt;/mi&gt;&lt;/mrow&gt;&lt;/msub&gt;&lt;/math&gt;&quot;,&quot;origin&quot;:&quot;MathType Legacy&quot;,&quot;version&quot;:&quot;v3.23.0&quot;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22px;\&quot; xmlns=\&quot;http://www.w3.org/1998/Math/MathML\&quot;&gt;&lt;mi&gt;q&lt;/mi&gt;&lt;mo&gt;=&lt;/mo&gt;&lt;mo&gt;[&lt;/mo&gt;&lt;msub&gt;&lt;mi&gt;&amp;#x3B8;&lt;/mi&gt;&lt;mn&gt;1&lt;/mn&gt;&lt;/msub&gt;&lt;mo&gt;,&lt;/mo&gt;&lt;msub&gt;&lt;mi&gt;&amp;#x3B8;&lt;/mi&gt;&lt;mn&gt;2&lt;/mn&gt;&lt;/msub&gt;&lt;mo&gt;,&lt;/mo&gt;&lt;msub&gt;&lt;mi&gt;&amp;#x3B8;&lt;/mi&gt;&lt;mn&gt;3&lt;/mn&gt;&lt;/msub&gt;&lt;mo&gt;,&lt;/mo&gt;&lt;msub&gt;&lt;mi&gt;&amp;#x3B8;&lt;/mi&gt;&lt;mn&gt;4&lt;/mn&gt;&lt;/msub&gt;&lt;msup&gt;&lt;mo&gt;]&lt;/mo&gt;&lt;mi&gt;T&lt;/mi&gt;&lt;/msup&gt;&lt;/math&gt;&quot;,&quot;origin&quot;:&quot;MathType Legacy&quot;,&quot;version&quot;:&quot;v3.23.0&quot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22px;\&quot; xmlns=\&quot;http://www.w3.org/1998/Math/MathML\&quot;&gt;&lt;mi&gt;T&lt;/mi&gt;&lt;mo&gt;=&lt;/mo&gt;&lt;mi&gt;T&lt;/mi&gt;&lt;mo&gt;(&lt;/mo&gt;&lt;mi&gt;q&lt;/mi&gt;&lt;mo&gt;,&lt;/mo&gt;&lt;mover&gt;&lt;mi&gt;q&lt;/mi&gt;&lt;mo&gt;&amp;#x2D9;&lt;/mo&gt;&lt;/mover&gt;&lt;mo&gt;)&lt;/mo&gt;&lt;mo&gt;,&lt;/mo&gt;&lt;mo&gt;&amp;#xA0;&amp;#xA0;&amp;#xA0;&amp;#xA0;&lt;/mo&gt;&lt;mi&gt;V&lt;/mi&gt;&lt;mo&gt;=&lt;/mo&gt;&lt;mi&gt;V&lt;/mi&gt;&lt;mo&gt;(&lt;/mo&gt;&lt;mi&gt;q&lt;/mi&gt;&lt;mo&gt;)&lt;/mo&gt;&lt;/math&gt;&quot;,&quot;origin&quot;:&quot;MathType Legacy&quot;,&quot;version&quot;:&quot;v3.23.0&quot;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22px;\&quot; xmlns=\&quot;http://www.w3.org/1998/Math/MathML\&quot;&gt;&lt;mi&gt;L&lt;/mi&gt;&lt;mo&gt;&amp;#xA0;&lt;/mo&gt;&lt;mo&gt;=&lt;/mo&gt;&lt;mo&gt;&amp;#xA0;&lt;/mo&gt;&lt;mi&gt;T&lt;/mi&gt;&lt;mo&gt;&amp;#xA0;&lt;/mo&gt;&lt;mo&gt;-&lt;/mo&gt;&lt;mo&gt;&amp;#xA0;&lt;/mo&gt;&lt;mi&gt;V&lt;/mi&gt;&lt;/math&gt;&quot;,&quot;origin&quot;:&quot;MathType Legacy&quot;,&quot;version&quot;:&quot;v3.23.0&quot;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22px;\&quot; xmlns=\&quot;http://www.w3.org/1998/Math/MathML\&quot;&gt;&lt;mfrac&gt;&lt;mi&gt;d&lt;/mi&gt;&lt;mrow&gt;&lt;mi&gt;d&lt;/mi&gt;&lt;mi&gt;t&lt;/mi&gt;&lt;/mrow&gt;&lt;/mfrac&gt;&lt;mfrac&gt;&lt;mrow&gt;&lt;mo&gt;&amp;#x2202;&lt;/mo&gt;&lt;mi&gt;L&lt;/mi&gt;&lt;/mrow&gt;&lt;mrow&gt;&lt;mo&gt;&amp;#x2202;&lt;/mo&gt;&lt;msub&gt;&lt;mover&gt;&lt;mi&gt;q&lt;/mi&gt;&lt;mo&gt;&amp;#x2D9;&lt;/mo&gt;&lt;/mover&gt;&lt;mi&gt;i&lt;/mi&gt;&lt;/msub&gt;&lt;/mrow&gt;&lt;/mfrac&gt;&lt;mo&gt;-&lt;/mo&gt;&lt;mfrac&gt;&lt;mrow&gt;&lt;mo&gt;&amp;#x2202;&lt;/mo&gt;&lt;mi&gt;L&lt;/mi&gt;&lt;/mrow&gt;&lt;mrow&gt;&lt;mo&gt;&amp;#x2202;&lt;/mo&gt;&lt;msub&gt;&lt;mi&gt;q&lt;/mi&gt;&lt;mi&gt;i&lt;/mi&gt;&lt;/msub&gt;&lt;/mrow&gt;&lt;/mfrac&gt;&lt;mo&gt;=&lt;/mo&gt;&lt;msub&gt;&lt;mi&gt;&amp;#x3C4;&lt;/mi&gt;&lt;mi&gt;i&lt;/mi&gt;&lt;/msub&gt;&lt;/math&gt;&quot;,&quot;origin&quot;:&quot;MathType Legacy&quot;,&quot;version&quot;:&quot;v3.23.0&quot;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22px;\&quot; xmlns=\&quot;http://www.w3.org/1998/Math/MathML\&quot;&gt;&lt;mo&gt;&amp;#x2211;&lt;/mo&gt;&lt;mfenced&gt;&lt;mrow&gt;&lt;msub&gt;&lt;mi&gt;F&lt;/mi&gt;&lt;mi&gt;external&lt;/mi&gt;&lt;/msub&gt;&lt;mo&gt;+&lt;/mo&gt;&lt;msub&gt;&lt;mi&gt;F&lt;/mi&gt;&lt;mi&gt;inertial&lt;/mi&gt;&lt;/msub&gt;&lt;/mrow&gt;&lt;/mfenced&gt;&lt;mo&gt;=&lt;/mo&gt;&lt;mn&gt;0&lt;/mn&gt;&lt;/math&gt;&quot;,&quot;origin&quot;:&quot;MathType Legacy&quot;,&quot;version&quot;:&quot;v3.23.0&quot;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22px;\&quot; xmlns=\&quot;http://www.w3.org/1998/Math/MathML\&quot;&gt;&lt;msub&gt;&lt;mi&gt;F&lt;/mi&gt;&lt;mrow&gt;&lt;mi&gt;inertial&lt;/mi&gt;&lt;mo&gt;,&lt;/mo&gt;&lt;mi&gt;i&lt;/mi&gt;&lt;/mrow&gt;&lt;/msub&gt;&lt;mo&gt;=&lt;/mo&gt;&lt;mo&gt;-&lt;/mo&gt;&lt;msub&gt;&lt;mi&gt;m&lt;/mi&gt;&lt;mi&gt;i&lt;/mi&gt;&lt;/msub&gt;&lt;msub&gt;&lt;mi&gt;a&lt;/mi&gt;&lt;mi&gt;i&lt;/mi&gt;&lt;/msub&gt;&lt;/math&gt;&quot;,&quot;origin&quot;:&quot;MathType Legacy&quot;,&quot;version&quot;:&quot;v3.23.0&quot;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704578-67D4-D645-8BE5-3A635778E96E}">
  <we:reference id="wa104381909" version="3.23.0.0" store="en-US" storeType="OMEX"/>
  <we:alternateReferences>
    <we:reference id="wa104381909" version="3.23.0.0" store="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i&gt;q&lt;/mi&gt;&lt;mo&gt;=&lt;/mo&gt;&lt;mo&gt;[&lt;/mo&gt;&lt;msub&gt;&lt;mi&gt;&amp;#x3B8;&lt;/mi&gt;&lt;mn&gt;1&lt;/mn&gt;&lt;/msub&gt;&lt;mo&gt;,&lt;/mo&gt;&lt;msub&gt;&lt;mi&gt;&amp;#x3B8;&lt;/mi&gt;&lt;mn&gt;2&lt;/mn&gt;&lt;/msub&gt;&lt;mo&gt;,&lt;/mo&gt;&lt;msub&gt;&lt;mi&gt;&amp;#x3B8;&lt;/mi&gt;&lt;mn&gt;3&lt;/mn&gt;&lt;/msub&gt;&lt;mo&gt;,&lt;/mo&gt;&lt;msub&gt;&lt;mi&gt;&amp;#x3B8;&lt;/mi&gt;&lt;mn&gt;4&lt;/mn&gt;&lt;/msub&gt;&lt;msup&gt;&lt;mo&gt;]&lt;/mo&gt;&lt;mi&gt;T&lt;/mi&gt;&lt;/msup&gt;&lt;/math&gt;\&quot;,\&quot;base64Image\&quot;:\&quot;iVBORw0KGgoAAAANSUhEUgAAAxwAAAB5CAYAAACz1id8AAAACXBIWXMAAA7EAAAOxAGVKw4bAAAABGJhU0UAAABOUUD+CQAAGEFJREFUeNrtnQGEVcsfx39Wsp5EsrJWIkmSLEnyPIkkWVlLkpUkkmQlkedJnjySJEmsJEkiWclKJMmTxJMkTyJJniRWVrJW/P/n555rT7d7Zs6998w9M+d8PoyU7szcme+dM98zM78RAQAAAACAUDkXpf95nIbpIgAAAACAcHntsdn4HqX5dBEAAAAAQJgMGCb7b6J0PUr7o7QjShujtLCJAThpMQy9TcrtidKSKI1E6UqUZlM+/4guAgAAAAAIlwNNJvm3orS+hTweGQzH44x5LIvS0yafP04XAQAAAACEy53E5H5aaisZrTBPaqsYaYbjRAt5LYrS24bPD9JFAAAAAABhotua6luZvkVpQxt5DIv5DEaree5NfPYTXQQAAAAAEC7bEpP7vW3mcdFgNqbayC+5YnKNLgIAAAAACJd6ONzJDvIwRbi62WaeX+LPj9BFAAAAAADhomZBVxNWtvn5fjFvpxptM9/Pcb0W0kUAAAAAAGGyPDYFlzvIY5/FcPS3me/XKP1NFwEAAAAAhEs9HO6qDvK4aTAbLzrIV1c3TtJFAPmjkSK2Rul0lCai9F5qESNm46Sh6jTO9XlpLTY2oB20A2gH0A40ooezN3WYxxeD4TjTQb30sPg6ugiKYouYl+7aSdMFfye96EYPbU21WG+9HGcNkqg0aAfQDqAdP7nsYL5y0bPvuM5S3y38XADDUbzhWBylC/LzZTl64c1YlJbG/29h/PfpJnXXt0ijyKJyoB1AO4B2MBxFc8xQV13t6uFnA1UwHN/jgfC+1MK9paXbBXwPDfP2qUmdTxp+oBsl/SbPnUijMqAdQDuAdvxnzDL3uBel51GaCdhw3DfUdYKfDZTdcOiguF9qewB9Q+s0Ls0vxsmy9Hgq5TtrNIeVyKPUoB1AO4B2ykdPbOg+BGY4VBuzhroepGuhzIZD36as9bTufVIL8dZs4B5sIY+0H/hD5FFa0A6gHUA75UbPxkwHZDi2WeqKoYRSGw5fl/B0b+s7ab7HcWOLed01fH8igZQPtANoB9BONTgVkOE4Z6jnW7oSym44jnhYZ3X5/6XUd6SN/I4Yvv8VJFIq0A6gHUA71WFrQIbjhaGel+hKKLvh2ONZfVdI84N2mv5qM8/thu+v+2KJClEO0A6gHUA71WJhIIajz1LPYboSMBzdo1/SD4E96yDfpZY22IRMggftANoBtFM95gdiOHYZ6jgbfw8ADEcXWBSlV5L+Rmd5B3nPk/C2lQHaAbQDaAftlMNwXDfUkWAAgOHoEj3xDy6tjmM5lGFqg2vIJFjQDqAdQDsYDt8Nx0dDHY/TjYDh6A6myA3/5FSGqQ0mkUmwoB1AO4B2MBw+G45VljquoxsBw+GenZb65XVHiKmMj8gkSNAOoB1AOxgO3w3HmJgvXgbAcDhGD8Z9Efdh4nosbfAVmQQH2gG0A2gHQjAcd4TtcYDhKNRwPLUMqH1dGpBmkElwoB1AO4B2wHfDoeZx1lC/XXQhYDjcctxSrxM5lmWL0/0/ZBIUaAfQDqAdCMFwbDbU7bvUop0BYDgcoeECZ8S8P3VBjuX9KrwtKgtoB9AOoB0IxXD8ZajbM7oPMBxueWSp07Gcyxti8C4NaAfQDqAdCMVwmLbhnaL7AMPhjl1ij77R2+Uyp5FJEKAdQDuAdtBOKIZDV72+CzfGA4aj64ZDB4b3lvq4uADniKXMz8gkiIcK2gG0A2gH7YRiOEYM9fomtQPlABgOBxwTe6i/BQ7KvWYpl32U/oN2AO0A2kE7IRmOK4Z63aTrAMPhBh2UP1vqcsZR2Xct5d5FJl6DdgDtANpBO6EZjreGeh0oW0cMRulo7KReSm0JR+MB64GjD/G/70CvGI4u8IelHrrPcZmjsj9ayr6OTLwG7QDaAbSDdkIyHCss9VpahsZfIrV40G/FHse5nvQUfV9DHg8MaTkax3C0OCB8stTjdkGDkabzyMTrhwnaAbQDaAfthGQ4Dhjq9Cb0Rh+IG7bZjYYvojQWpVVSO6SiSVc/ziT+/8u445SDwmElDEd+HMowgLqK1vBbhrL3IBNvQTuAdgDtoJ3QDMftMhpGDcd2UppfSqOrHLYtU2sTTr5+U6Yp5jRLeRiOVnltqYNLt78/w+C9HZl4C9oBtANoB+2EZDj0pf5XQ52GQmzoDYYfxiXJHht6g8ytXujWKlPc4N3oG8PRApszDJ7HHZZ/PUP5/cjES9AOoB1AO2gnNMOx0VAf3VU0L7RGPp5iDHSlY7SN/K7KXKgu0yGpRQVPkMuUJipgOCbEfvBuicPyX1rK/8Z47S1oB9AOoB20E5rhOGGoz72QGldDtaWFTJuK0q9t5juUYYL8xIMJMoYjHMOxWMyrZZoeOCx/YYY+eMh47SVoB9AOoB20E6LhMB1LGAulYdVVvzCYjfUd/tBsQv8Tw4HhaIHDGdpgn8PyRzKUf4nx2kvQDqAdQDtoJzTDMd9iWteG0KgaheqdpC+xbeww/18yCH0DhgPD0QKPxb407XKL3niGPtjJeO0laAfQDqAdtBOa4dhtqMtMCA2qB4Tei9sT7wOWTutWOFwMRzkMxxIpfmk4y100A4zX3oF2AO0A2kE7IRqO+4a6TPnemBo16o3hC/yRUznbLZ12E8OB4WiB/QG0/zvGai9BO4B2AO2gndAMh22+Ne1zQ2pY26eGyk/mWNYeS0Pt9qTDMBxhGI7bAbT/VcZqL0E7gHYA7aCdkAyHHmuYytCHK3xtyBuGSutlfYtzLOuqFBsOF8pjOGyX3viShpGHd6AdQDuAdtBOCIZDdaORYa+IPbpZ8kLuXVKLOOsNY10Wnmkl5SmaxnC0wIYMP7pJx9/7laV8vXynF3l4B9oBtANoB+34aji0D/SIwTOpHQLvxEBOx/NrXV3bVFQDrrF8kVsOOszkzv5E0xiOHM2yplGH37k/Q/n3kIaXoB1AO4B20I6vhmOBuFm92l9U45mcrobAzTtKwbAUHw4XymM4bmV4UzPf4XfOcvhvH9LwErQDaAfQDtrx1XCUipPS/cv3TOc3pugSDEeL2EL7uV6anszw8FiINLwE7QDaAbSDdjAcjlku5q1UehdG3gdNeuJ8iw6HC+UwHLYfv6bDDr+vDsq2w1sTyCLIBwfaAbQDaAcwHDlw19JwJxyUOSR+hMOFchiOXzMM3msdft99Gcrfhiy8BO0A2gG0g3YwHI6xRUmYETdLahNCOFwMR37sspT3zfH3fWgp/wOS8Ba0A2gH0A7awXA45kEBjdYn5qU8wuFiOFrllKW8hw6/61Kxvyk6jiS8Be0A2gG0g3YwHA4ZzCC6QQflFnFAHcptOK5Zyrvi8Lva9Kxvqjh45y9oB9AOoB20g+FwyLilwV46KHOe1G4rJxwuhiNP7khxsabfW8o+ixy8Bu0A2gG0g3YwHI7QWwtttxW6OCx+yFIm4XAxHO3w2FLesKPvaQt+oGEFB5CD16AdQDuAdtAOhsMRe8S+nWpdzmX2ZHDWhMPFcLTDlKW8LQU9NM4jBe9BO4B2AO2gHQyHIyak+ysNYxlMTlHhcLeIm2vjfUwTHrRn3objq6W8xQ6+4xqxR3jjTZH/oB1AO4B20A6GwwG60jBraaxbOZepFwfazm58d/Qjw3CU33DYtgfOc/AdrwvBD8oA2gG0A2gH7WA4HLApw6T0aM5lns5QZpHhcDEcYRsO242pebPSUubH2GSD/6AdQDuAdtAOhsMBWbY25XlgaVVC6DOeumsMR9iGw/ad8+Zql78fuAPtANoBtAMYDgfcyCD21TmW93ecpx5WMm3l2ojhwHC0iW15Ok9WS3EXNkH+oB1AO4B2AMPhANuV9nnuH6yvpugBqaPibzhcDEfYhuNLFwfvu4ZyVOfLGWKCAu0A2gG0AxiOAoSel9jXJFy8Gg/Tkl7R4XAxHGEbjn8s5fXkVI7t/NNhhpfgQDuAdgDtAIbDAbalvDwMhx4+ei1zW6l6LEZnN91SKrptOGxhnntzKEM1/K+hjHt0e5CgHUA7gHYAw+EAW3SEPNz1pMxtlVpqcdlFhsOFchiOM5by1uZQxh+G/DXkcx/dHiRoB9AOoB3AcDjAdgeHpmUd5D+eyGck/rdz4mc4XCiH4RixlLe9w/w10lrayqD++8aA+0rDJXYjHOLBKD2I0nQ8Bk3Hf9cl/d4Cvz/a8R+0g3bQDtppRPvvdeJ7TWI4/CPLGY6RNvM+m8jjQuLf3wmXzWA43BmORZby9naQt672vTDkPRpoHy2OB8Xv4jYkor5Fe2bpn/+ktgpaBGgnfcJyPEq3o/QmSt/iCdtMPGl7IrVzebsdGla0E6Z2tO4aWv9KlB4lJvua9JDy8yhdi7XTi3bQTpucb/heGA4PuZfBcIy3IfAric9rKNx6pKtBS1m8pcFw5MFjQ3lXOsj3oiHf3wPsm3nxRPKLdCcG+wPJFsxAJyNbC2oTtDPH1thMtBKIQvvuUpQG0E6ltaPm4USUPregHTUgpxwYD7RTnmdW1jkGhsNDzmb4EerbrKznKpbK3F0bmt7Jj3sDT4q/4XChPIZjv6G8523mudeQ54kA+2VEmq82ujIc61ucuE45mLSinWzoG9db0lkEPJ08HkQ7lRx39MXimw60o59djXZ4ZmUcqz5gOMLgt4w/Qu08030cC2IBf5UfDyKtaPh/z8XfcLhQHsOhWv3PUOaSFvPbKunnnY4E1h/rxPzW2pXh2NfGxONyAe1Tde30y497oTtN42inUuOOnjf4loNupmLjgnZ4Zpm4YZizYjg8JOvDRWNFb0sYj1+iNBQ3ZuNZEF1GbYyssMySP+FwMRzdemN0rMWBu9kDVPcijwTUD/rW7mqG37mr/jjYxoNfH5hFHOasqnZ0Nfqt5H/fz0W0U4lxZ4tkC0STNemb60Vop7LPLBs7xfySHMPhIcM5P1zUpTdbDj1i+RzhcDEceXPfoNEsD5QD0jx09EupHaQNAf2eJyX7W0dX/bGrzfFkqKB2q6J2HjowG3kcfEU7/mtHt1NPNdT3fTz2bI4nZXX0Wb9DaisJtrvALjDuVO6ZlYX+JnrDcATC9ZweKhrWNm3p75EQDhfD0V3DoW/H0i47umoZzJrtYZ+JH6DzAmn7ffGD6mb80NeADrrN8U0B/aGTjK9dnqiinew0eyH0T/zvGxomjDrx0e24R8V+S3I9fengpRLa8X/cedLQ1wcl2x1e/RajOyudvYxEO2E9szo1ZhiOAFAx3u7AaKioTxgGmEVivmSQcLgYDlf0xYa2Wdm3Em99dNDYFg8OjasB3+PBfmlA7a575/UG22arjbsK6o/dku2y0Xa3EqCd9tCXRNPy4/m7HS18Xs1slq25p9BOKced5LalV23Ud57FdIwy7lTimZWVQw1jCoYjUMbEvEzVLBKJNqYtqsMeIRwuhqMYwyGxEf69YVKVJb2NzXCIg/Ziy1u0ovpjdWyGXot9O4WmfQW3YxW0k7yMVVfE2rnsVQOH2MKsf5Zsb73RTjjamS9zh531rouFbebTb+jTq4w7lXhmZWFFwlw9M0z2MRyB0BtPOvT0/79x587Ef36OO1IbcFiyL9PdMXTGNE2O4ShY2zOx0dZ47XoJ1QHJLyyjr/jQH80esjcb6rPT83ExdO0sSEzA9M/BDtvItsVqE9op1bhTf9us5zX6OswrLajFHcYdnllxP9UvcNSX3SsxHNCImhJT5ArC4WI4AMNRp3E1dCVd5ZSxRFsfzyE/3e5h2r5yDO2Uildxf+cRwnZngZNHtOM/yXvcDlsm+xiOimKLgkU4XAwHYDjqnJYfw2KCW+o3HOvb056c8jSFX76GdkrDOsn3Erm0Z8UE407lGUy8yHiQYbKP4ago14RwuBgODAeGIxvJaDdn6CanLEy09XCXfvO30U5p0MPieiYirwhI/eLu8ki0Ey69MheUYirWCYYDfkLfmH0R82WCgOEADIcyKD9GWVlGNzllJG7rFw7G/e9dNhxoJ3zWp2hm2HG5aMdvzif6Z1fGyT6Go4JstnQE4XAxHBgODEed5F095+mirj3IXdw5kHaXwA20AynsaKKXKfnxDhi0U935w80WJvsYjoo7U8LhMmBgODAcaRyVH++BWEQXOUf7WlccehzkfTdFX2fQDqTwRxO9nHBcJtrxF+2Leshl/XMxhgNMvBPC4WI4MBwYDjNDDXXYQvcEz0SKvnaiHUjhSUNf/ituVzfQjt/cSPTNthYn+xiOirHO0gmEw8VwuNrOAeEYDn2QJG/J/Z2uKQWTKfoaQDvQhDXy81aqVYw7lWVnxgm7D4ajF8NRPCeFcLhgNxz8GKtrONRsJg8Xs3+6PDxroq0XaAdSeNhgNjYw7lSW/lgD2jdv4gm9z4ajjzlO8TwXwuGC3XC8pokqZzj0zMCFhnJP0SWlYqaJto6iHWhC8vLJt+JuZQPthMF9mYsYZjOePhgO211zGA7HLLN0AOFwMRzJtJ9mqozhWNnwMkLPcrHaWS4WN9HVrNTeBKIdSLI70Z96YeQCxp1Kc6hFM+iD4biL4SiWI0I4XMhuOOqa6KO5Sm84jjQ8FAboitIx0kRXF9AONHAq0Z+6InYuSksZdyrLCpk7V6PbL7NEzyvScOjWr/EMcxsMh2MeCeFwoTXDUU8fpLakOmlIt2nWYA2HPkRuSe2OHignl+Xn1Y0BtAMx6+IJZbPxR7WioZPzXulAO36j/fMsYT5XZ/xc3oZjzDL3mIznJ1MtzGkwHA7Rt9TfhXC40J7hyJLQULiGA8o/cfgkrGjDz+hN4rbtJ/X0nxCmtkokgwwdaeFzeRuOyw7mKxgOh/xpafxbNFGl2By/scgzfaZZMRzgJY23RetdTL00S2VZGKWDYg8ik5bGaMLSoyte9ZfUj1v8bN6G45KD+QpR0ByxWppHJ0mmGzQTAIYDSsnjBj1tokkqi76pnpXO3xDvoylLi76MeB338xdp/QyPD4fGoQC2y89L6WnbYZbRXAAYDigVGxu0dJYmqTRrpRYydFeURqUWgUi3rOgt9B9bMByt7OmHsDgvnV0CjOGoCLpXV2Mk65LnkxbfWKgx0ZjsS2hGAAwHlILktpmnUZpHk4DFkJyWbAdw79NcpSN5vnOizTwwHCXnb6mtUuR5AFgfVPeES3gAMBwQIgfkxxdKvEyCrGhEqvMZ5gqDNFVpWCS1wAD18aLdi6AxHCXnptjDhrWbMBwAGA4IC913XX8JpXH019Mk0AZDMncPQ7N0jiYq1Tyy3q9DHeSD4QAAwHBABdCttU8T+tlBk0AHDBvGptc0TynYmejTKx3mheEAAMBwQAU4J50d+gRo5KphfJpP8wSN3s5dP7OjIbM7veARwwEAgOGAkjOa0M1RmgNyQrfopV0e/CvNEzT3E335Ww75YTgAADAcUGJ04lffb89N4pA3kynj0xBNEyzzJf9bvNtN++kOAAAMB/jNqih9jvVykeYABxxOGZ+GaRoMB4YDAADDAeVmQObCWV6nOcAR24UVDgwHhgMAAMMBlUPv1ngX6+QuzQEO6UsZn7bSNBgODAcAAIYDyolezPUy1shD4RZxcEtvyvi0mKbBcGA4AAAwHFA+FkbpWayPJ9J5KEuAdgzHNM0CGU0MUaoAADAcENjE73GsjRdRWkSTQBdY0WRsukmzAIYDAADDAeVCt03V4+br2Y2+nPPXCeRmmhma0OzG8VGaBTAcAAAYDigXd2JNaFSqgZzz3h/nvZJmhib81TAuTQm3jAOGAwAAwwGl4kash08OTMEaqV0a+DfNDCn82zAunaBJAMMBAIDhgPIwHmvhS5TW5Zz36ih9FCLFQDqbG8YkXWEjUAFgOAAAAqMHwwEpnI11oCsQv+U4KdgUpTNRmknk30tzQxOeN4xJW2gSwHAAAITHEoPh2EvzVJaT0r04+OM0d/BoUIFTUfogtdUwneQN56zBP2lmwHAAAITJLsNE8CzNU0nGpLsXb22kyYPnXErf6grF6jbyG8WUAoYDAKA8PDZMBF/TPJVjb5fNxiuavBR8NvTxrNQOemeNLPW7cEgcMBwAAKXhTIYJ4SWpnfOA8jPSZbOh6SjNXgpeZuhr3W51XJqHVdYxRrdgPW944fErTQsYDgCAcNBtK1vjh/ppqV3elnVSqP/3bDwh1Tz0ADGRYsrFdqm9ie6m2fgu+V8gCMVwqMW+1zFF73aZkFpI5NkGo3GQFx2A4QAACIvFDiaLF2nWUvFAur+6cYdmLxW6ejHTphY0PPK45BcNDTAcGA4AAACAEqJR73R1Qi+LfCG1iFUziTQttYv8JmKDsTtKq2g2gPLzfyUmHEVAi+oCAAABWXRFWHRNYXRoTUwAPG1hdGggeG1sbnM9Imh0dHA6Ly93d3cudzMub3JnLzE5OTgvTWF0aC9NYXRoTUwiPjxtc3R5bGUgbWF0aHNpemU9IjE2cHgiPjxtaT5xPC9taT48bW8+PTwvbW8+PG1vPls8L21vPjxtc3ViPjxtaT4mI3gzQjg7PC9taT48bW4+MTwvbW4+PC9tc3ViPjxtbz4sPC9tbz48bXN1Yj48bWk+JiN4M0I4OzwvbWk+PG1uPjI8L21uPjwvbXN1Yj48bW8+LDwvbW8+PG1zdWI+PG1pPiYjeDNCODs8L21pPjxtbj4zPC9tbj48L21zdWI+PG1vPiw8L21vPjxtc3ViPjxtaT4mI3gzQjg7PC9taT48bW4+NDwvbW4+PC9tc3ViPjxtc3VwPjxtbz5dPC9tbz48bWk+VDwvbWk+PC9tc3VwPjwvbXN0eWxlPjwvbWF0aD5KuLrWAAAAAElFTkSuQmCC\&quot;,\&quot;slideId\&quot;:312,\&quot;accessibleText\&quot;:\&quot;q 等于 左方括号 theta （ 小写 ） 下标 1 逗号 theta （ 小写 ） 下标 2 逗号 theta （ 小写 ） 下标 3 逗号 theta （ 小写 ） 下标 4 右方括号 的 T 次方\&quot;,\&quot;imageHeight\&quot;:19.36},{\&quot;mathml\&quot;:\&quot;&lt;math style=\\\&quot;font-family:stix;font-size:22px;\\\&quot; xmlns=\\\&quot;http://www.w3.org/1998/Math/MathML\\\&quot;&gt;&lt;mi&gt;T&lt;/mi&gt;&lt;mo&gt;=&lt;/mo&gt;&lt;mi&gt;T&lt;/mi&gt;&lt;mo&gt;(&lt;/mo&gt;&lt;mi&gt;q&lt;/mi&gt;&lt;mo&gt;,&lt;/mo&gt;&lt;mover&gt;&lt;mi&gt;q&lt;/mi&gt;&lt;mo&gt;&amp;#x2D9;&lt;/mo&gt;&lt;/mover&gt;&lt;mo&gt;)&lt;/mo&gt;&lt;mo&gt;,&lt;/mo&gt;&lt;mo&gt;&amp;#xA0;&amp;#xA0;&amp;#xA0;&amp;#xA0;&lt;/mo&gt;&lt;mi&gt;V&lt;/mi&gt;&lt;mo&gt;=&lt;/mo&gt;&lt;mi&gt;V&lt;/mi&gt;&lt;mo&gt;(&lt;/mo&gt;&lt;mi&gt;q&lt;/mi&gt;&lt;mo&gt;)&lt;/mo&gt;&lt;mi&gt;T&lt;/mi&gt;&lt;mo&gt;=&lt;/mo&gt;&lt;mi&gt;T&lt;/mi&gt;&lt;mo&gt;(&lt;/mo&gt;&lt;mi&gt;q&lt;/mi&gt;&lt;mo&gt;,&lt;/mo&gt;&lt;mover&gt;&lt;mi&gt;q&lt;/mi&gt;&lt;mo&gt;&amp;#x2D9;&lt;/mo&gt;&lt;/mover&gt;&lt;mo&gt;)&lt;/mo&gt;&lt;mo&gt;,&lt;/mo&gt;&lt;mo&gt;&amp;#xA0;&amp;#xA0;&amp;#xA0;&amp;#xA0;&lt;/mo&gt;&lt;mi&gt;V&lt;/mi&gt;&lt;mo&gt;=&lt;/mo&gt;&lt;mi&gt;V&lt;/mi&gt;&lt;mo&gt;(&lt;/mo&gt;&lt;mi&gt;q&lt;/mi&gt;&lt;mo&gt;)&lt;/mo&gt;&lt;/math&gt;\&quot;,\&quot;base64Image\&quot;:\&quot;iVBORw0KGgoAAAANSUhEUgAABfAAAABBCAYAAACelIUAAAAACXBIWXMAAA7EAAAOxAGVKw4bAAAABGJhU0UAAAAxkfqSpAAAE+JJREFUeNrt3XHkVnf/x/GPJDOJzMxtcjPJ18xtTJKZidySmcQtmUwiydxmRmaSyZhMZnIzmWQSSTKZSDIzicnMZCIzmWRkkq8k7t85v+/1vTvfa+ec6/pe3+s61+dzzuPJ55+6zud8rvf7c96v1/U953M+IQDpsz5rm4UBJbyUtTeFAQBoL30B1BiovwAA2ktfgGZ5KmtHs/bfrJ0WDpTwVW9+nMnas8IBALSXvgBqDNRfAADtbZO+3OwNPra2z/XV+Zy9Uviu57O2QupRwvKsnejNk7tZ2yQkmCIHsnZ/CXV0NmtfjHju/LiHizzX+1Imh7S3lfrC3/P3/D3UX4A3hBzS3pboy9pIjWLeZtSYTudsf9Ye9/o9Ke1J8lLvR9/OMHe3d9IcKsxFpgXTZk2vdg1TOy9nbVvWVo5RJw7WGMXcFO7N2jJpkkPa20p94e/5e/4e/D3AG0IOaW+L9GVvxcTJJ9TZ3pfIJ2z+fqRVYe4uTXEyvVMz2a9VnDPvY2Ov718qjv3VXOpszvK7YccL/X4h5Umyu29+3MjaMw2c993COY9LAyLguwHG8HxD10OxbZEWOaS9rdYX/p6/5+/B3wO8Ifh72tsifTnXN2Fuh7k76suHPP5szYT/eIjjc+P5UcmxX5pHnczZ01m7WOjTOzHTJJ+LsyVz5EhD53/PHEJEbB1gDrdP8NzbS853VErkkPa2Xl/4e/6evwd/D/CG4O/VzZboS27UHhUG+k2Ye6JjMcfP1kz4xexqfLTv2G3mUOdyli9LKt4FvbSIHy2Ii80V8+tCg2Mozs+vpAQR1e3+tnWC5/6471y/h/EtAZXDduSQ9rZPX/h7/p6/B38P8Ibg72lvi/RlU19CF/uepddC/aYLyxY5weYvnvzdTE+ZP53KWX7st4Wx5JtrrJbuZMnv9pa91+1Yw+O4FDyVgDj4Jkzn6Y7+DRF3SoUc0t7W6wt/z9/z9+DvAd4Q/D3tbZG+zN/1ye/2jPLuuoNhvO+L+rp37LfmTedyVlw2nBvDf0h18uzrm1+3svZcw2PIr5E7hTHskRZMiU9qau+HEzpn/x90LkuDHNLeTugLf8/f8/fg7wHeEPw97W2RvvwQlnZn6UrNZN8/Qn/zO0EfNG86lbNDfeN4R5pbQy4W+WZXO8L0nrrbSsAQAdtrau/JCZ3zfOEc+VOUa6VBDmlvJ/SFv+fv+Xvw9wBvCP6e9rZEX57tDejqiMcv7022qsk+M0KfJ3rHbjRnOpOzLX1juCbNmADFu9A3gyX8aJ6Zmtp7qYHzHZYCOaS9ndAX/p6/5++h/gK8Ifh72tsifdkRFr+pUZE3ayb6byP2eSprD8yVzuQsfw/Xnb5xeHoCk2Bt349b78tE0ywL1X9guT9h0/GrH7VySHs7oy/8PX/P30P9BXhD8Pe0t0X6ki8Hub6E4z+rMYsnRuwzX0py2lzpTM5O9o3hrBRjgpzqm28vCwka5npNDV4xxvOs7+t7m9DLIe3tjL7w9/w9fw/1F+ANwd+jZfqyfAnH/hjGv1vzpuAuUVdytqFkDOulFxOkf859LyRomNM1Nfi1MZ7nWqHfC8Iuh7S3c/rC3/P3/D3UX4A3BH8P+vL/O/NWTfB8mcFquZazAXzfN4afpAgNcHNMP2yBUThUU4d3jOkcOwt9Pgo2tpJD2ktf+Hv+nr+H+gvwhuDv0Ul92VEzwa/KsZwNYFPJGD6UIjTAp8QNU2R7TR0+NIb+83co3h5zn2hPDmkvfeHv+Xv+HuovwBuCv0eH9OVEzQS3E7acDeJyyRgsrUYTbC6Ze1uFBQ3xYk0dHsf7oYtPj9wK431nI9LPIe2lL/w9f8/fQ/0FeEPw9+iQvtyumeCb5FjOalgbmtndu0nWZe2DMLej+L0wtyRqNms/ZO39MLezeVeJLTb5O2b7d5m/ojygIZaVzL/59u0S+16TtYeF/t4UbjmkvfSFv+fv+Xv+Xv0FeEPw9/Slm/qyrsYoznbczMjZYA6XjCHVHbK3ZO27mtgWi/5TvWP2ZO1SX/uohXMu5tiUjct7BNEUNyuuhaWarVOFvs4LsxzSXvrC3/P3/D1/r/4CvCH4e/rSXX3ZWxPMc657ORuhMKZmcNeVXMT5Xbl8GfOm3g+mvG3M2sXe/x/pHXut5PsfaNmPydhjU7bc3LsE0RRna+rxqMspX+37o80aYZZD2ktf+Hv+nr/n79VfgDcEf09fuqsvdRN7n+tezgZcnGVj2JZQLN8NC5dAzW8SNlNzzFdhbulP1fd/qSXzLJXY7C45zy/KBBri4zD+1x1cL/TxgRDLIe2lL/w9f8/f8/fqL38P3hD8PX3ptr48qJnYM1Ma07EweKlFDO2Pjudsf8UY1icw7/NlOqdKxv55GLxEeVWYu+NatsHI3RaIXWqxeaNiHq7jW9AAO2rq8Y4R+tvbZyQm+coEWptmDmkvfeHv+Xv+nr9XfwHekNby9/SlQ/qyoWZS/zrFcSk6aeTsTBjvkqSmyItE2Xuv3ltEH+cqvvuJxM1KirFZW3G+vbwnplyTP15kXyuzdqdw/GZa24jWppZD2ktf+Hv+nr/n79VfgDektfw9femQvnxYM6mnaVQUnTRydqtkDA8jn/N58b26xAKT81VFDrYnbFRSjc2yivOd4j3RAPn8e1wxB08vsq9PCseeobWNaW1qOaS99IW/5+/5e/5e/QV4Q1rL39OXDunLxZoLappGRdGJP2crQlzLjodhedaulIz5sxH6KrtDmgvEqkRNSuqxmQ1xPWWIbvFbRT28tog+XiiYzPw1Cs/T2kZ1JZUc0l76wt/z9/w9f6/+ArwhreXv6UuH9CUP+KOKiTJto6LoxJ+zqiVJlyKe8ydLxntlxL7K7jR+m7BBST02f4Q0l5yhHVQt+1vMUxNfF447QGsb19pUckh76Qt/z9/z9/y9+gvwhrSWv6cvHdKXLTUX01X1Ws4GsK1iHOcjjd2eUL4pxnMj9LWs4ofWwUTnVRtiU/Xk2gZlAw3wWU1tfmqI4zcVPn8jTHZjK6SdQ9pLX/h7/p6/5+/VX4A3BH9PXzqkL0dqJvNh17qcDeCtinGcjTBuM6F8icyoS5LXh3R3CG9rbC5UnHebsoEG2FlTm7cMYVp+Lnz+NeGUQ9pLX/h7/p6/5+/Fhr8Hbwj+nr7Ql5wfaibz6651ORvA3jCeDUGmFbcLS+ivbKOxP1o0p1KMTdXyuLeUDTTAqzW1eceAY98JcWwuKYdp5JD20hf+nr9XY/h79RfgDcHf05eO6Muqmomc302xvEfOBvF5xVhORha3smKYv0903RL6vJrA9+5abM5WzMc9SgcaYEVNfT5Sc9zq8OT9e39m7VmhlEPaS1/4e/6ev+fvxYa/B28I/p6+0Jecf9VM5HOu8yBngzmWQJF5Omt3SsZ4fAl9/j2Mdgc3NtoWm9MV5z6mdKAh7obFPzlxtPC5d4RQDmkvfeHv+Xv+nr8XG/4evCH4e9pLX+b5ssYs7nONBzlrR5F5v2KMM0vo81Aov+u4OrH51LbYMPiYNlXL8K5XfH6md33kn/lR+OSQ9tIX/p6/5+/5e7Hh78Ebgr+nvfSlyK0aszjjGg9yNpjDIe73dOVLjn8vGd+lJfZ5u6TP7xObS22MTVUBPqR0oCH+UzEHH1Z8/lJIe4M8OZxODmkvfeHv+Xs1hr9XfwHeEPw9femAvrxQYxR/dX1HSYw5210xnjORxKxqx/GlLMfZVdHnR4nNpzbGpurO+m7lAw2xq6ZOP9P32TfCeJYdons5pL30hb/n79UY/l79BXhD8Pf0pQP6sqdmAn/p+o6SGHO2o2I85yOJ2YWSsT3K2vIl9Hmj4jtvTGw+tTE2VQV4p/KBhthcU6e3Fj6XP21ws/fv90qMI+SQ9tIX/p6/5+/5e7Hh78Ebgr+nLx3Xl9M1E3h7JGM8VjPGmNofHc7ZlorxXIhg/qwMT95bVmxfL6HPqruO9xITsLbG5kLFGN7gWdAQK2rq9K7C54rvD5z2O6lpbXo5pL30hb/n79UY/l79BXhDWsvf05cO6Mv9ioHmSVnF4EdZdGLM2eoQ7zLt7RVje2/E/vI7i1XvKD0d0qKtsfmuYgwv8p2IQF8/6/3/s4XPXKO10WltCjmkvfSFv+fv1Rj+Xv0FeENay9/Tl5bry8s1F1BMG/UoOmnkbLZkTA8imD+fh8FLpBbDoZocvJWYAWlrbO5V/ABexnOiQS4MMCNfFP7tZVobpcFPIYe0l77w9/y9GsPfq78Ab0hr+Xv60mJ9ea8mWDFt1KPopJGzqkI47Un/dRhuk5JhWBfmdij/cYx9is34eVRy/hv8Jhrmy4pr4aesvRT++rQHrY3P4KeQQ9pLX/h7/l6N4e/VX4A3pLX8PX1psb58U3MBvc7gR1l0Ys7ZRxXjmpnyuH4fU/HLP58vofoza5+W9Hc9QQPSxthUvdfuK34TDbOrYi7mRmV+md6d4HUWMRv8FHJIe+kLf8/fqzH8vfoL8Ia0lr+nLy3VlzxgjyoG+iBYihYjseesakfvN6c8rocV41osn/SOeztrV0r6O5zgnGpjbDZUfKe3lRA0zNYhzOouYZJD2ktf+Hv+nr9XY8SGvwdvCDmkvfRlMRMixY16ukLsOVvW+6HRP7Z3pzyux2Hpdwnnd8Y+F+buxJb1+XqCc6qNsdlW8Z3WKCFomJUDjOF3QiSHtJe+8Pf8PX+vxogNfw/eEHJIe+lLFR/XTNg9rukoSSFnJ0N8S09mw9KWH+V3aPMno26HufdwlS25GvcTUhvD3HvPHvTOne/MnS8tek5sBvJhyRh+nOL8ayqXiJMHFddYblReFB45pL30hb/n7/l7/l5s+HvwhpBD2ktfqvixxiy+5nqOkhRyVvYU0S9THtONipi9M8Sxu3pF/HHPqOWcCZN9QqpuSdfdMLfEp6uxGYayMRyY0txrMpeIk4sV+f9UaOSQ9tIX/h78PX/P3/P34A0hh7SXvlTxcqhfMvK06zk6UsrZb2G6O0j3c6oiZrdq4paP90Ths7t7/748lL+ndJzvSPtlQK7vjjGeqcVmGPo3VskF4vkpzb0mc4k4KXtyIp+jK4VGDmkvfeHv+Xv+nr/n7/l78IaQQ9pLX6q4yOAnR0o5O1Ayvp1THM/2mrhdDU+eksiX6byataNh4ZKqQ4W+3qjo529jHO8wu7Qf6WhsBvH3kvOfmeLcazKXiJP9kdVDtDeHtLdb+sLf8/dqDH+v/vL34A3B39PeFvv7Y0MIzluu5yBno7Mq/PWdYtPchCsvHreGNFv97VBfX8fD5N+P9XCIcd3qaGwGsa9kDK9Mce41mUvESf8y68tCIoe0l77wiuDv+Xv+nr8Hbwg5pL30pZ91Ye4O089DBvZu7/PPu67lbEQO940vNzorpjie1xdZXPLNOd4u6edOyWc/GfNYPxlifI87GptBXO47/9dTvg6aziXi49lCrvMlgmuFRA5pL33hFfl7/p6/5+/5e/CGkEPaS19yNvYC8jCMdnekODn+DHN3WTa5zuVsSPI7hff6xrVnyvHNl/vcHyJ++UX7Qsnx6ys+v3kCY30/zN19fFQzzq7Gpoo1Ic4d5JvOJeJjvqZ/JBRySHvpC6/I3/P3/D1/z9+DN4Qc0l76AsRC/3vFfopgTPkTTEd6Y5kt/Bi6FObubM7UHHs4lN9NXNbQ2J8KT3b9vi82f+HTEO8O8k3nEnFxJWs3e3mHHNJe+gLw92oMf8/fgzeEHNJe+gJEw/W+i2J7wt/lRkmRafr9Y1d75z0rNgv4W1j4ZFsKQhxrLgHQXvqStr4Aagx/r/7y9wBoL+3l74Gheankwlie4PdYF8qX+OxtcAwrw5NlmrvFZgGnwsKlTxsin0+x5hIA7aW9aesLoMbw9+ovfw+A9tJe/h5YNP/uuzAPJvgd3qsoMk1uKvZB75y3Q7NLi2KPzea+8+5PYD7FmksAtJf2pq0vgBrD36u//D0A2kt7+XtgJE6HhXe4Xkls/FdKCszPDZ4/3xX9Qe+8/xKb/5HvHl/cvfx4AnMp5lwCoL30JV19AdQY/l795e8B0F7ay98DI/N01q6Fhct9Vicy9tW9wthfZI42WGRu9c55SmwWcDks3OE8dmLOJQDaS1/S1RdAjeHv1V/+HgDtpb38PTAWc/NL4YK5lMi4d4XyJT7/bODcawqG8NsQ38Ya04zN8cL5vgnxv/8t9lwCoL30JU19AdQY/l795e8B0F7ay98DYyPf7bm443QKS1bOlBSYfIOiSb/bcFPW7hYK8kqx+R+HCuc7n0DxTSGXAGgvfUlPXwA1hr9Xf/l7ALSX9vL3wNjJ7xZeLVxARyIe6/JeQekvMucmfN794ck7zQ6KzQIOFM51LIH5nkIuAdBe+pKevgBqDH+v/vL3AGgv7eXvgYmRLy8sbr5xNNJxvhnKl/jsm/B58yc6LmTtxYhzOI3YzN85fZi1PYnM9RRyCYD20pf09AVQY/h79Ze/B0B7aS9/D0yc/b2LKdYlP19WFJk1Utd4bObfWZZv0vIP4QcA2ktfADWGv1d/AQC0l74Akyd/cuGHCAvNM1l7UFJg7klZ47E52ev/P2Fu13UAAO2lL4Aaw9+rvwAA2ktfgAbJ7xhuiGQs+SZEF0P5HcLZMLdMqatMIzbbsvaaSwQAaC99AdQY/l79BQDQXvoCdJN85+uNWXs/a79VFJj5diVrr4bJ75YtNgAA+kJfAKgxYgMAoC8AOs3sgKJS1R5n7X7W/hCbTsYGAEBfAKgxYgMAAH0BMGG2jqGJTfdiAwCgLwDUGLEBAIC+DOT/AJvyfnAcAfPaAAACDHRFWHRNYXRoTUwAPG1hdGggeG1sbnM9Imh0dHA6Ly93d3cudzMub3JnLzE5OTgvTWF0aC9NYXRoTUwiPjxtc3R5bGUgbWF0aHNpemU9IjIycHgiPjxtaT5UPC9taT48bW8+PTwvbW8+PG1pPlQ8L21pPjxtbz4oPC9tbz48bWk+cTwvbWk+PG1vPiw8L21vPjxtb3Zlcj48bWk+cTwvbWk+PG1vPiYjeDJEOTs8L21vPjwvbW92ZXI+PG1vPik8L21vPjxtbz4sPC9tbz48bW8+JiN4QTA7JiN4QTA7JiN4QTA7JiN4QTA7PC9tbz48bWk+VjwvbWk+PG1vPj08L21vPjxtaT5WPC9taT48bW8+KDwvbW8+PG1pPnE8L21pPjxtbz4pPC9tbz48bWk+VDwvbWk+PG1vPj08L21vPjxtaT5UPC9taT48bW8+KDwvbW8+PG1pPnE8L21pPjxtbz4sPC9tbz48bW92ZXI+PG1pPnE8L21pPjxtbz4mI3gyRDk7PC9tbz48L21vdmVyPjxtbz4pPC9tbz48bW8+LDwvbW8+PG1vPiYjeEEwOyYjeEEwOyYjeEEwOyYjeEEwOzwvbW8+PG1pPlY8L21pPjxtbz49PC9tbz48bWk+VjwvbWk+PG1vPig8L21vPjxtaT5xPC9taT48bW8+KTwvbW8+PC9tc3R5bGU+PC9tYXRoPgpESKsAAAAASUVORK5CYII=\&quot;,\&quot;slideId\&quot;:312,\&quot;accessibleText\&quot;:\&quot;T 等于 T 左括号 q 逗号 q 有 点 在上方 右括号 逗号      V 等于 V 左括号 q 右括号 T 等于 T 左括号 q 逗号 q 有 点 在上方 右括号 逗号      V 等于 V 左括号 q 右括号\&quot;,\&quot;imageHeight\&quot;:19.76},{\&quot;mathml\&quot;:\&quot;&lt;math style=\\\&quot;font-family:stix;font-size:22px;\\\&quot; xmlns=\\\&quot;http://www.w3.org/1998/Math/MathML\\\&quot;&gt;&lt;mi&gt;T&lt;/mi&gt;&lt;mo&gt;=&lt;/mo&gt;&lt;mi&gt;T&lt;/mi&gt;&lt;mo&gt;(&lt;/mo&gt;&lt;mi&gt;q&lt;/mi&gt;&lt;mo&gt;,&lt;/mo&gt;&lt;mover&gt;&lt;mi&gt;q&lt;/mi&gt;&lt;mo&gt;&amp;#x2D9;&lt;/mo&gt;&lt;/mover&gt;&lt;mo&gt;)&lt;/mo&gt;&lt;mo&gt;,&lt;/mo&gt;&lt;mo&gt;&amp;#xA0;&amp;#xA0;&amp;#xA0;&amp;#xA0;&lt;/mo&gt;&lt;mi&gt;V&lt;/mi&gt;&lt;mo&gt;=&lt;/mo&gt;&lt;mi&gt;V&lt;/mi&gt;&lt;mo&gt;(&lt;/mo&gt;&lt;mi&gt;q&lt;/mi&gt;&lt;mo&gt;)&lt;/mo&gt;&lt;/math&gt;\&quot;,\&quot;base64Image\&quot;:\&quot;iVBORw0KGgoAAAANSUhEUgAABa4AAAB6CAYAAABX9MSVAAAACXBIWXMAAA7EAAAOxAGVKw4bAAAABGJhU0UAAABd1f6/1wAAISNJREFUeNrt3S1UlU3bxvEJBoKBYCAYCAYCwWAgGAgGA8FgIBAIBoLBYDAYWMtgMBgMBAOBQDAYDAQDwUAwGAwEgsFgIBgIBsP97rnZPO++YX/MzP7g+vj915q13tfH233NXOcx13nMZwgAgBIWOmVNMwDo8qhTljQDAAAA+EnwCwCA62KrU353yy3NAbSepW5/8KdTnnfKDU0CAAAAfhL8AgBgVtzplKNO+aenPNcsQOs5vNQvHHX7CwAAAICfBL8wY+KM0LYytGwIE9BPo/QTE4qzSx+b950yJ6SB1nO7U75e6h/iaopnwWoKAM3hUQVyxMUZ1HO+QXUBfdEXPwl+oZVsXGps5Wp5LUxAP43QT/zAHPR5xlc+MMDEudkpK51yv/t/14loOvb69BWfgi2gAJrBbgVyxNUZ1HOxQXUBfdEXPwl+oZXsBQNro8pDYQL6qb1+YsLz69Kz/Q3ns6IAJsdyp3zu6qt3BcJeDZO4l336tJ/dOgJAnXnZJy+aZYl96b0Z1DNemHbU/Q5Nox7xW/etU+4KKdBX4/XFT4JfuCZOg4G1YSV2wrZ7gH7qq5848/380iDaxbO5+RmYLHGF9e8hfcJx1+TUiSd9DFnsTx573QAawHx3MObVlPLa2F8edv/92G8uXmNd4/fnQae86ZTvY9brR6esh/rtKAJ90Rc/CX6hVtwLBtZGlQNhAvqprX5isvMp9B9Qt5MCmLw5SzFlR6F+WymjETvrU5cXXjuABhHzpg9hcgNqr7vfhqoSBxR+FtRtPxiwBn21RV/8JPiFa+bpBDrN+GLioeSH3U4mnucUZ/y2u2WrUzb7lD+Fv7WZWOJy/bfhfOBsnNlNt8KCfuqpn3j+2DdJBlDJPrGOGnwQrq60uTjH35mGAJpC7M++TCC/rcvRGSsD+vZB5YM+H/TVGn3xk+AXKsCnkL/t/2M4H4y63xVySeMvF3bSHwrrOdcNoP3MjjOWe8IE9FM7/cRk7pckA5gp+xl9w6ua1vFh6D9xuCcZBdAg7hbkfL3laUNz+m/BEZKgr7boi58Ev1AB4paH3yFtG8pBt/En1ZE8L+ykNybw23fC+eBhyu/9Elign9rpJ87sD1olvi50galxmNEf7da4nmsDDOeunAFAg0jN9/qVut1lsBvSFqAsCQvQVyv0xU+CX6gIDxI6kDg7dmcKv527UvWiTPJWzs0weqbzgzAB/dRKPw/C4GNUXgpbYKrsZfRHb2te1ydD+n2r8QA0gSeF+eZpDeuakltvCwnQVyv0xU+CX6gQb4Z0HHEl6TRnks4KOul4sP+kZyZejPjNLWEC+qmNfoYlGe+ELFApE/aoAfV9GZx/CqC53Aplxxn8qFk958LoXZQ/DDKAvlqhL34S/ELFOB7ScSxP8XdXQtns4vspPc/BkN9cFCagn1roZ9ANvrF8ZjaAmZmTHyHtDMOmJGofBtTxtXAA0ACOQvMH1u4m1GlNKIC+Gq8vfhL8QsWYD/1n+E7C+YVx02TUKs1Zd2iDOtNjYQL6qYV+7g5JMo677wvAbIgTd6dD+qKoyTsNqu/Nbt/fr65PhAOAmvOmIOeMOVmdJiffjajPnjAAfTVeX/wk+IUKsh76H28wCzP5taCDjts1pjnD1W/17HthAvqpvH7iRMHPMPhizGXhCsyc290+oHcA+1fXvNxqYH3vDDE7j4QDgBrzKFz/vSrTZNQxBmdh+otSQF/0df15Kz8JfqGC9LvZdWMGvztopeqocjDl5+o32/lYmIB+Kq2fmGScDKn3C6EKVMIMLLSgns/D4EuUFoUBgJqyFMoG1h7UpH6bwYWMoK8264ufBL9QYS6fQTmrLRprhZ3ztC952+jzm7eECeinsvqJM/jDztf+Elx2AGC2fBnQH33VHwGoMaMuVutXntekbt/D8PsYbnr9oK/G6oufBL9QYZbD1SMOZjVIO+qMo0FlZcrPtdonaAD6qa5+hp0JZ1sngOtg2BZAN9EDqCufQ3UuBZ90/jpsJ+M9rx701Wh98ZPgFyrMkzDb1Zi9fC/omOO5mNOeeVgNbvcE/dRFP5vheleYA8AgXoX6b+0FgF5KLpD7VIN6DRsw3PHaQV+N1hc/CX6h4nzoaZR4ns/cjH53MZStFp3FjOLqpd9cFSagn0rqJ7bDWRi+7cwWGwDXRdz2+mNA//Qz2HYOoH48Lcg/f1a8TnEH5aDVoGfBWaOgrybri58Ev1Bx4iDbn55G2Zzhbz8JZQNv6zN4tgeXOtN5WgL9VFI/X0bUd1WYArhmng/po3Y1D4Cacb8wB63ywM9eqP/5waAv+uInwS80ktWexjiecYe3V9Ahx0HCWcw2bPb85iENgX4qqZ9nI+pLuwCqQOx3fzFEABpCXLjxtyAPXa5ofZaG1OcwWGkJ+mqyvvhJ8As1oPcMpfUZ//ZpQYd8MKNn613N+oKGQD+V089CGH3r9n0hCqAiDDNGv4ItgADqxXGo5q6/EoadvbviVYO+GqsvfhL8Qk3Y62mEuRn+7nIo2wIzq0Hk7eAGadBPlfVzEOp/SQmA9hATzT9D+iyXQAOoE58K8tAqHrnxONiaDfpqq774SfALNeJOmP3g7PNQNvA2qxmvl+H8EPRYbA8D/VRLPw8qVFcASGXYEU8xSb2tiQDUhLcFeehexeoQc9RBK1vjopRbXjPoq7H64ifBL2AkJbOIp8EgMkA/IXwNo2/W1lcAqBqjTNKOJgJQE0ouCf9SsTq8HPKsj71i0Fej9cVPgl/AUObD8OXvdZlFBOhn9mwk1PWtMAFQQaIBOhnRfzmeDEAduB/KFlFUhWFn234JBqxAX03WFz8JfgEj2Qxlxxysazqg1fpJ6cRt6wJQZV4F5ykCqD/zhfnoQkWe//2A5/vbKXe9XtBXY/XFT4JfQBJ7BZ3w324HDtBPe/WznlBX27oAVJmVhH7MKgoAdeC0ICddrsBz3+/mxv2e75XXCvpqtL74SfALSOJnQSf8WbMBrdfPUUJd3wsRABXmRoIZ/aiZANSAjwU56UYF+uBB+eRJMFgF+mq6vvhJ8AsYyXIo2/byWtMBrdbPSmJd14QJgIrzYUQ/5sZwAHXgbUFOet0rLp8OebZHXinoq9H64ifBLyCJZ6Fs4O2BpgNarZ/dhHrGzntOmFSGOFO81Cmr4Xxb3ma3rHX/HOKjrfGxHVwKBKD+bIZ6XRYej80btILtg9cJ+mq8vvhJfoFfQBKfCjrg3zoPoNX6me8mEaPq6pKC62Wum1TE1R5fw+Dz7S7Kj+7H1kyx+GhbfKSs+PnVKTeFDYCa92WXy/drfN6dMHig6o7XCfpqtL74SX6BX0ByEP4u6ID3NR3Qav1sJdb1jTC5FmJysVcYnxcJ7fMB/3bcZbCbUO56DeKjRvFxIyERj2VT+ACoMAsFffrpNT3r8pB+94VXCfpqvL74SX6BX0ByMJYEoRcBtFs/h4l1dTbhbD+kcbvW14T3ctYpX7rJSEwKPof+Kx76JbapN6rf8krER83i41vCcx8JJQAV51dBbrpQoVzye3AhI+irDfriJ/kFfgFJbIeygbdFTQe0Vj9x289ffUWleBzOt2WNmvWON3LH89X7HVUTt+s965NIrPf8nbVQ/W2REB+lpF66ZPs6gCqTOhjUW1Zm/IybQ55l1SsEfTVeX/wkv8AvYKodr9kDoN36Sd3W9UuITJ14AcZBwrvYzUj64qqQL+G/55RdrMzYD7b0iY/mxsfTxOd/JbQAVJidgvx0fYbPNx8Gr1rd8fpAX63QFz/JL/ALSCJnlqu3bGs6oNX6SR2w/yxMpko8M+xsxDs4DmVng8UZ9K+XEu6YbKSeceZ8a/FRx/i4n/j8vck3AFSN1AGh68pPX4fBl5fPe32gr1boi5/kF/gFJLEZyo45WNV0QGv1cyPh43ZR3gmTqXC7m8SlXAI6zrlgiz3vOv5bDzI+0hAfdYyP+Yy+/J5QA1BRVkN1Lw6PW6cHLfzY8upAX63QFz/JL/ALSGY3lN0MOteCtrk430cpLyv000j93MuoLwMyeeLlJKMuhYkJ6/MwmRnetz2xe5D43t97TeKjxvGRugrkhXADUFEWQnWPsjsY8vt1W5nGL7bTL9IXP8kv8Av8wgz5EfI73YOWtM1mKFtNq7RnZX5b9fMso74PdbMTZSuMPp4mJgRrU0osU4/G2fCqxEeN4yN16+pXIQegwowalOj3fZg2DxvmG/jF9vpF+uIn+QV+gV+YAYuFH5fNlrSPRMTANf3050NGfZd0tRPjfUJ7x5nfaaxcOcuM81tel/iocXzsJdYjJt43hR6Ampvq3rIwxeeJq/ZOQrMuZOQX2+sX6Yuf5Bf4BX6hwh/aRe2jBAPXbdbPaUZ953S1M00ypnWGVs7uArPK4qPu8fHadw5AA9gpyFOneWzDiwG/GVeu1vVCRn6xvX6RvvhJfoFf4BdmwH5BZ9umC7ckIgau6ecqtzPq+1c3OzY3EpOMuJ3r/hSfIyfReO21iY+ax8dWRn22hSGAivIiVGdn4EIYfB7oZo3bmF9sr1+kL36SX+AX+IUpM9cNzNzOdrdFbSQRMXBNP1dZzajvT13t2KRso/s7A63lxPuK1yY+ah4fGxn1+SQMAVSUhwW56rQGCwZdaF7HCxn5RX6RvvhJfoFf4Bcq1lm09WB8iYiBa/q5Ss7qgm+62rFI3YL4dAbPkvrOT7w28dGA+Mjp44+FIoCKsliQq+5P4TlWQv/LuOKfLfOL/CJ9tU5f/CS/wC8gie2CjjbOkLTpfCGJiIFr+in/+MVyqKudeozFGfRpr6RYznjn77068dGA+LiX2b/PC0kAFSV3h+DRFJ5h0CV2TThajF9st1+kL36SX+AX+IUpUnILbts6DYmIgWv6ucrncL2rCtpA3Hb0N6TNRs/iA5izFfKx1yc+GhAfi5n9+z1hCaCiHIX8hRaz8FN1vpCRX+QX6Yuf5Bf4BX5hypSez7vdsna62Q1GpbzM0U/j9HMSrL6dJnc75SyknUM2q7O/nie+7/hMt7xC8dGA+LiZ2b9vCk0AFWW3IGddmNBvx8GQXwN+Y51fVBrgF+mLn+QX+AV+YUqsBqtnAfopI2fQ/pVwyeLWkAT0Os4hu+Ag8Zm+eoXio0Hx8Tek93UvhSeAipJzluykc9btYBcv6Iu++El+gV/gFwrIOVOo9zbXG5oOaLV+FoJdGtPiRsYH/dMM4+lGRnLpfYuPJsXHz4y+bkeIAqgoOduzL8rWBH53sVN+h2ZeyAjQFz/JL/AL/MKU+VHQwe5qNqD1+lmUaEyNZyH9bLylGT7XSsb7vu81io8GxUdOX38gRAE0JHeb1KVu+6G5FzIC9MVP8gv8Ar9Qsc7VeSwA/YTuhySn3s+ETBIxcThLbNMXM362V4nPFc+qsytHfDQpPnIS0S/CFECFyb2bZdzL0FYH/LuxX533OkBfrdYXP8kv8AsYyWYoG3hb1HRA6/WzGkx4TYPULV3xY35zxs/2NfHZ3nmN4qNh8XGc0df9EKYAKsxRZv52PMZvxUGH76HZFzIC9MVP8gv8Ar8wRUpuvj3WbAD9dBMiicZk2cpoz8czfrbFkH7hxCOvUnw0LD4OQ949BgDQlPz1zxS+W7ZIg77oi5/kF/gFJFFyPu+2ZgPoJ+SvOJdoDCdeTpK6petbmP3WqaeJzxaTEVt/xUfT4iMnEf0rXAFUmBcF+etCwe/Evr7fhXGzPk8VoC9+kl/gF/iFmrISyo45WNV0AP1INCbOm4y2fHANz5e65ezQqxQfDYyPnET0H+EKoMI8nFH+uhMsggJ90Rc/yS/wC/zCGGwXdKpxBm9O0wH0I9GYKHdC3uz4rLkd0rd1MaTio4nxIREF0BQWC3LYrczfWB7wXXAhI+iLvvhJfoFf4Bem1qhW0gH0I9GYDp8y2vHJNTzfdsbz3fc6xUcD40MiCqBJ/Mns015PqM98qOlBX/TFT/IL/AK/kMJcQYdaMhsI0E9z9SPRmAx3M9rwV5j9qv34e6ch/XbkG16p+GhgfEhEATSJ48w+bT/j316fwL8B0Fc79MVP8gv8AgayGsrO513UdAD9dHkk0ZgIObePb1f8Pb/1OsVHQ+NDIgqgSexn9mnHGYMTJ8GFjKAv+uIn+QV+gV8Yk+2QP+j2Q7MB9NPDamYbPBU6V1gM6Wd9xb936xqe8UvGO17zSsVHQ+MjJxE9FboAGpbL/hnz332hyUFf9MVP8gv8Ar+Qw1HIH3jb1WwA/fSwktkG20LnCi8z2u/TNTzfvcyk24VL4qOp8ZGTiJroB1B11sPkdw7G//13n/8urhB1jBjoi774SX6BX+AXklkMZcccrGs6gH7GaAuJxlVOMtpvo+IfX5f3io8mx0dOXb8LXQAVZ6kglx118dt+cCEjQF/8JL/AL/ALE2CzoCONMx9zmg6gnx5uSjTG4n6o9uzzvcz3axuw+GhyfOSYApM4AKpOyUXjwy4ZXw0uZAToi5/kF/gFfmFC7Ib8gTeNCtBPP35ntMOO8PkPrzPa7uM1PN/n4PJe8SE+LviRUdcPwhdADTjO7MdfD/h34jEF3/v8/ZgjLmhm0Bd98ZP8Ar/AL+TyM+QPvL3SbOFuOJ/hU8rLIv00ju/BOfmz+LA9n/Gz5c6OO6NLfDQ9PnLex1vhC6AG7GX25QcD/p2t4BI1fpFfpC9+kl/gF/iFCVFy3lIsK5qu6IgI5b9llX4ax0Ewq1jCnYrH0GFw+aj4EB+9/M2o7zMhDKAGbGf25Sd9/o24zf+0z9897v5v/KLSNr9IX/wkv8Av8AvX8DGNswZugpaISETopx87GW1xpBv5H08y2i1+AGd5RvpGmPyFMhAfdSenvo+FMIAasF7Qn1/Oad/KC/hFfpG++El+gV/gFybJXkEAmdWSiEhE6GcQW8FxEtOOpW8zfK6YMJ9kxrjLe8VH0+NjIdhlA6B5LBfktXcu/ff9Vpe1+UJGfpFfpC9+kl/gF/iFMTkt6ECfaDaJiESEfgbwIKMtznQj/yPnrPRZXqTxsiDGXd4rPpoeH4uZdTaRA6AOxL4qZ1tzLI96/vuPAwYflvhFJRi4pi9+kl/gF/iFAu4XfjxuazqJiESEfgZwMzMpm9eV/PuRquLlnvFj23urd+pFKS+8UvHR8PjI6f9/CWEANSLnUrTeMzkfDfjft/hFni8YuKYvfpJf4Bf4hUKeF3w4vms2iYhEhH5G8DWjTe7qSv7dFpQTR7NIUuOWrqOe3/wU0rd4LXql4qPh8bEWqrmiBQDG5UPmN2e3O2DS7xvwLbgXiV80cE1f/CS/wC/wC2PwqeDDsaPZJCISEfoZwZuMNlnTlWRf1rIxg2fq3dIVZ8lTt+w5Z058tCE+nma8j+dCGEBDc7hYPofB28Cd18kvGrimL36SX+AX+IVi4szdWcGH44Gmk4hIROhnBI8z2uSpruTfrVBViqPlS/Edz2VPvSRl1+sUHy2Ij9cZ7+OeEAZQIzYyvzm/BuTEe5qSXwwGrumLn+QX+AV+YQweFXw04kV0Dgz/f+53RaWUlyX6aSTxBt3Uc8ne6Er+PWOsKgl8PFPuuOe3DsL5Nq/Pic/20OsUHy2Ij/3E+p4F2+QB1Iu7YfyBxpjzOnOWX2y7X6QvfpJf4Bf4hTHZKegknbsC0E8qX7RLMu8rkmjc6CYWvas8bmUkjvFmc5Ob4qMN8XEU0rf4AkCdmA/jD6xtaUaAvvhJfoFf4BfG5VtBJ7mu2QD6SWQ7OBM5ld3MWJrWLPTlLWaPu3+euq3r0KsUHy2Jjz+JdX4pfAHUkJ+hfFDNhYwAffGT/AK/wC+MTZzx+BvyO8pFTQfQTyLLie0S27Lt20lzE41prLTYvBTXewXPt12xdp3vJk9xFvv0UnIb67Rek+RffFSLhYx30bZb7puiOaDtlFxA7kJGgL74SX6BX+AXJkbupQCx/NRsAP1k8iO079KVEt5lxtO7Cf/+o0tJxvdwfjZZJA4ynSY+V5XOIIyDZykXqJ50NX1DfLQqPsZhNVj903TNAW3nTSgbVHMhI0Bf/CS/wC/wCxNhLzifF6Cf6bMd3ASdwsvMeJrkFqrHl5KMs0sJw8MafnRLzqCPup4TH62Ij3F5mljnty3qw5qmOaDtlC7ScCEjQF/8JL/AL/ALYxNnPX4XdJavNB1AP5ksBQP7KTzKjKd4XtbCBH53M1w99mbj0t9JvehjtyJtuR7Kt1/G4w3mxEej42MSpE5etmXbXxM1B7SdlQI9b2o2gL74SX6BX+AXJsHTUGYunmg6gH4KOExon+8tj6vFgpjaHuP34gTMuz5JxrM+f/dXqNflo9/DeDe1vxIfjY6PSZByOe9Ji/qvJmoOaDu597nEXM/xPwB98ZP8Ar/AL4xNXNVSeovtpuYD/dBPAanb4W63PL5OMmMqbsEqmSVf7ZTj0H+G+3JSnLrC4U+oxqrJ5TDeANpFuSc+Ghkfk2Ah0Wxut6TfarLmgLaTeq7sXxoG6Iuf5Bf4BX5hUjwbw1RsaT7QD/0UkHoZw2bL42u3IK6+hPNVG6kJxqDVCh9C/5UcqWelHVakDTfDZAbRPoqPRsbHJEg5o+9Pi4xTkzUHtJ3P4Xou+ALoi774SX6BX2gp8eyUv6HcVLzRhKAf+inkVUIbfWh5Gy0VxlacWY+rEPrNUMfVkHHC5duIZGXQZS+pRwBsV6QNt8NkBtH+yUjgxEe7VhOk9GX7Leq3mqw5oO2kXLoadyIuaCqAvvhJfoFf4BfG5X5Im6EadcOns8tAP/RTQky6zka00W99TPLqi0HlazifrY6JRcpZYkdh8GBRTuKzVJH2exkmN4i2Lj4aFx+TICX5vtOiPqvpmgPazJNgdSNAX/wkP8kv8AtTJs6YPA/jrRTtLW91BKAf+inkTUIbrbY85lYmGG+jyucw/ByxFyF9UqYqPJ5g+7wWH42Lj3G5E9q1zZHmgHazmjBYwRcC9MVP8gv8Ar9QHKxxkOx0CsEZZ17iDKFtK6Af+slhOeEj+l74/Rt7004yXickw58S/63dmiUKqeWT+GhcfIxLyj0HbbtAqQ2aA9rK7TD8wri7mgigL36SX+AX+IVh3OgK90GnPA3nB/fHkfvfYTazKxfnLsVZlr1wfo5LvIBurdvR3tRfgH7oJ/MjGrd/zbU8NmP9D6YUczG+Hyc8Q4y/P6Ge2/s/T6itDsVHI+NjHEZt+2vrWXVN1xzQZgYt4nD3EUBf/CQ/yS/wCyNZDLMbYCspm/pU0A/9XCLlbLI14flvsrE74Zja68Z9ChuJ/+afCiaGi2EyuyUOxUcj46OUlRF1jat/2npWXRs0B7SVoz5ajWeezmsagL74SX6SX+AXUoyCgTeAfurGqLPJDF78P5tjDgjFj2Oc1c3djpS6rauq72p5gBnIKfvio7HxUcK7EXV91/K+qi2aA9rGTh+tPtYsAH3xk/wkv8AvAEBTibcOj7qh+J5m+h9x1UU8zuZrSN++FQeQ4sWitwt/8yzxt7Yr3nZr3cQ2JkQn4fzij8Pun8WjeeJRQS9C/7PydsRH4+Mjp88aVuefYfBt6m2jDZoD2sTlszq/BBfGAfTFT/KT/AK/AAAN50lwSVdp0hEHhra6H/mLEv//h52yFMbfanU/pM/ALzWkXT/2qdtz8SE+umyPqOcjXVNrNQc0nbXw31V3y5oEoC9+kp/kF/gFAGgDX4JZ8ioyaovTRfnRoDr3O//Nbe7i4yK5H3Zpr+MtaA5oMgs9gxqOMADoi58Ev8AvAEBriBcTDNtOc6CJroXUM9D2GlTng9DcQXnxMR6vwvAtf7eFBM0BAAB+EvwCvwAAzePpiI/ZqiaaKaNuQu4tGw1OrlycIT4iccvunyF1fCgkaA4AAPCT4Bf4BQBoLp+HdPTfwvhnbCGdFxmJRlMul3jYp27OGBQfkWG3ob8RDjQHAAD4SfAL/AIANJt4vtuwW6FfaaKZcZyYZHxtUJ0Pg4tcxMdVtobUL8bMDeFAcwAAgJ8Ev8AvAEDziTcb/x3Q6cc/d2nX9LkT0mfHtxsUdy5xER/96jrovMR4Tt0t4UBzAACAnwS/wC8AQHt4G2zxuk62MxKN+w2o781wdUXAjjAQH2HwDfXxtnBHWtAcAADgJ8Ev8AsA0EL2h3zcXmueqfItMcmIl6rVfdtTfP7L55H9COcDa2h3fAy6FTxeurIiDGgOAADwk+AX+AUAaCc3R3zw1jXRVLgV0mfHm3Ae7Zs+9XogDFofH7F/GbTFdEMY0BwAAOAnwS/wCwDQbm53ykkYPIvpPNTJ8zQj0aj7B/l1nzo9FQKtj4/Yr5wxODQHAAD4SfAL/AIAYBjxXKjTAR+FX91kBJPjICPRWKxxPfsNoO0FNz63PT7iTfQ/B9Rny+unOQAAwE+CX+AXAACpyUbc/uVs1Ml9hP8mJhlfa1rHOEj2sU99doMBtLbHx0L3ufvdPv/E66c5AADAT4Jf4BcAAP24OyTZ+BAMgEyC9ZA+O/62ponGUTCAJj6uMt8p30P/LaRrXj3NAQAAfhL8Ar8AABjGnU75MeDDZyBkfD5kJBp1u0wtJlG/Q/8bxcVNu+MjrrDpt3IixovbwGkOAADwk+AX+AUAQBLxDLLvAz5+7zTPWB/jP4lJxlnNkro34eqWtbjawsUZ4mMu9D+H76RrbEBzAACAnwS/wC8AAJKJ23SOBnwEtzVPEWshfXb8U83q9u7S8++H8yMM0O74iP3I5z7Pf9gpt7xymgMAAPwk+AV+AQBQQpyhfTPgQ/gm2OaVy25GolG3iyfiTHic/T8O9TviRHxMLwntt91vR99BcwAAgJ+UE/IL/AIAYBJshP7nqMaZUbdDpxG3P51mJBrLNazjXQmG+Ohyp08SGrcrOsaC5gAAAD/JT/IL/AIAYKIshv5bveKf2cIzmpzbn79rLvFR4/i41yep/hKcTwcAAMBP8pP8Ar8AAJgScWXfq3A+E3r5w3hb8wzla0ai8UpziY+axkc8d+93n+e1KhgAAAD8JL/ALwAAps5SuHqBwoZmGchWRpLxT/fvQ3zUMT56bwOPt4CveL0AAADgJ/kFfgEAMGs2O+VXp+wFM6SDiJem/clMNPY1m/ioaXzEM5fjCornwXmFAAAA4Cf5BX4BAHCNxJuA5zTDFeJHuN82uNTiUgrxUdf4mPd6AQAAwE/yC/wCAADVIV4q8rBT3of+t2bnlvjvxBlpqw/Eh/gAAAAA+AV+AQAAjCTOEr8L59uw4vlsx53ydwLJRb/ys1M+dspOp2z3lEWvQXyIDwAAAIBf4BcAAMAFi1NKKnLKqtcgPsQHAAAAwC/wCwAA4IK4jWv3msuS1yA+xAcAAADAL/ALzeb/ALelncgy0WhKAAABNnRFWHRNYXRoTUwAPG1hdGggeG1sbnM9Imh0dHA6Ly93d3cudzMub3JnLzE5OTgvTWF0aC9NYXRoTUwiPjxtc3R5bGUgbWF0aHNpemU9IjIycHgiPjxtaT5UPC9taT48bW8+PTwvbW8+PG1pPlQ8L21pPjxtbz4oPC9tbz48bWk+cTwvbWk+PG1vPiw8L21vPjxtb3Zlcj48bWk+cTwvbWk+PG1vPiYjeDJEOTs8L21vPjwvbW92ZXI+PG1vPik8L21vPjxtbz4sPC9tbz48bW8+JiN4QTA7JiN4QTA7JiN4QTA7JiN4QTA7PC9tbz48bWk+VjwvbWk+PG1vPj08L21vPjxtaT5WPC9taT48bW8+KDwvbW8+PG1pPnE8L21pPjxtbz4pPC9tbz48L21zdHlsZT48L21hdGg+tLPSqQAAAABJRU5ErkJggg==\&quot;,\&quot;slideId\&quot;:312,\&quot;accessibleText\&quot;:\&quot;T 等于 T 左括号 q 逗号 q 有 点 在上方 右括号 逗号      V 等于 V 左括号 q 右括号\&quot;,\&quot;imageHeight\&quot;:19.52},{\&quot;mathml\&quot;:\&quot;&lt;math style=\\\&quot;font-family:stix;font-size:22px;\\\&quot; xmlns=\\\&quot;http://www.w3.org/1998/Math/MathML\\\&quot;&gt;&lt;mi&gt;L&lt;/mi&gt;&lt;mo&gt;&amp;#xA0;&lt;/mo&gt;&lt;mo&gt;=&lt;/mo&gt;&lt;mo&gt;&amp;#xA0;&lt;/mo&gt;&lt;mi&gt;T&lt;/mi&gt;&lt;mo&gt;&amp;#xA0;&lt;/mo&gt;&lt;mo&gt;-&lt;/mo&gt;&lt;mo&gt;&amp;#xA0;&lt;/mo&gt;&lt;mi&gt;V&lt;/mi&gt;&lt;/math&gt;\&quot;,\&quot;base64Image\&quot;:\&quot;iVBORw0KGgoAAAANSUhEUgAAAp0AAABdCAYAAADnot2jAAAACXBIWXMAAA7EAAAOxAGVKw4bAAAABGJhU0UAAABaS5oqdAAADd5JREFUeNrt3S1QHEkUwPEnIhAIBAKBWIFAIBARKyJWIBAIBAKBGBGBQEQgEBFbFYFAREQgIhAIBAKBQEQgEAgEAoGIQEQgEBEIRMTd9mWo4rZ2Znfe9Ex//X9Vbe4q7ExvT++b/ngtYtfMoPQ9LB0B4LtZT/sPn8oWzQRozXoi8ctMqPdi/uA/HpYezw7gvS1P+w+fyj7NBGjNUSLxSyfUe5kblMtB+Tkovz34sp4G5XpQlnl2AO8dE1SOLas0E6A1nwfl0eHz/mtQ3rdwn3N5rPTS0H38GZTbNmKxqTyy3c7fGJ4a/HKe88/Yzr+kKZ4XIChN9g8xlBf6NcCJmTyW+dJQP2WCssv872+I2yWBJgBdGZSDQbmreV8Pg7I5KNOubmY6v5E/Ync0c9flTQGo7T1B5dhyQTMBnDOxxqnFYHM/D2p9ZYLgX4p7O/EpLtu12AnP8QwAwdsRO7MdN/mIgenwjvKRg35ezCxINqK8KD8rm7CYKbqveX9VZ5Rkl2YCeOHdoFxZ6K9CWfrXlWqDhad5HXnDTBHVXSdx7ttNAVA7l+pTzWd5IPZhUOaV/cGSsv85rdH3reRBcdUZn/c0E8Aby1Jv1nYn0j76VjxdBlRneNpsVJqhzQNRMFMwk2w8NB28GS1ctdipaWddbKQuWsgD50k+75GXbMA7Z6KPY0KbpZ1kJ78ZDFgM+QbYwQnEb0Umm9lYcPj2PlyWLF5DNsGIySnNBPDOR9HvRQnNJH1lP/SoeVS5pJ0DUTkoed7NCOhmg5/9LLo0JrZHHffGfOY2zQTwzqzoptgfArvPKRk/G/UgnmfX+KEMOtdp50BU7ks6saUGP7er7IO+N3Q9FyWf2aGZAF66TiDoXJ7gntZ8v4lbT0YYALgzUzBSYNZtzzf82eNGF9vuXIs69nuaCeCtA9HtXA8plvk25n6OQ7gJzZD0Ee0biMqmjJ5SX2jhs2/EvwTto0Z9v9NMAG+ti/t14U0aN7X+3MIAQW2Lyi9pk/YNRGXU2u6tFj53Rvni23SC9lGjJhs0EyC6eGYlkPvLJODNQ680O77MCAOnDgFxeRA30zRryh+Kpjf0bI34zFmaCeC1SVK+hXrYQ9lRmLehxGWaHJ1XtGsgKsOJ2X+3GGCNW6NUVLoNX1dv6PNuaCaA9zQbo0NYNmP6o7IZoWAOrNCcRsQRcEBchmc82kwLdKfog9pI0D4cdO7TTADvaTYTnQceTB+G8uW8V44wfKBdA1F5O+Nhdqu3leOtI36lSioLOns0E8B7O6LLxuMzMxNVNMr5LAGlcet7OsIAoD0mwHx584xnLX629hSRNjYyrgx17Bz3C/jvg7JP8TmuOZZIZp4vFV/MGW0aiEpP/p+Hss3O91j83ciYCaevASG+RGuyYfiaNmmx5H4uJaBBwOmh0Q1SJQFpOnD4fD+Jf6mSXr0dhd2jmQDBuI8otilby9kN6UvRpCkx0fY87RmIyuto46O0e17vkuimwdoKAPsS4M5QAP9tDIphg/SGRHRAj2aHFylDgDgtOAisdsXvjYyf5e8GA478BcLyVdGv+HZ8pOlzikZszQBBcDmDNWlKvtCWATgcjXgiAAQwhmaDom/5xz+XXGtwJ6N1RLfQllRJAGwwO8E1a8qPqToAY2h2sD95dP1zUnyy0lWIL959IVUSAHcy8TdVEoDwX2o1/cucJ9f/XYr31SyH+IVcSZwZ+wGEQZMq6Y+QKxPAZDSZMXxIm/RBimeig1ziqE2VtEMbBmDJL0Uf9INqAzChM0Ufs+X4ms1s8nXBtf2UQGebNamSTFmgDQOwQJsqibPPAUxKs4Pd9Uhi2RGe6yl9EW2fUgIgXp+UQecKVQdgQpmEtVHRLB0qWhJwGvIXoUmVdEj7BWCJJlWS2ck5RdUBmFBX0c/cObzeQyk+9jfYmWZzmpAmVRIjDABsmJLiVCBl5YSqA1DBnISTNmmpJDYL+gjeTPElPDPCAMCSnuim1jOqDkBFjxJG2qRLKR55DXpp45GQKgmAO31l0Nmh6gBYCubKSrfla8xKrqUXcuVrp7V2abcAHP4IXFNtABQOxe8DKMzmoaLR2OD30vSUIwyLtFsAFmjXlPepOgAK2573N/tSvHEy+IMw+orKfxBSJQGwI1O++PaoOgAKPfF30+JCyUv4dgyVr5nWOqLNem8jfzmg6EuXZtQKzZpyky6EjYwANDQ72NtaznNR8vnBD/Zpp7U2abPey0Q3ekRhJK1tD4rv5oJqA1BD1R3sLy1c02rsv0fawGSW9krQSdAJCzpCqiQA7dPM8jaZNsmMYv6UyA/i0Uxr3dBWCToJOuG4nXaoOgA1aHawN7nkaq/gM82I7Ewsla6Z1tqnrRJ0EnTCkhPRbWQEgCaCPBczLGYE9bdEPqujOX+UH2KCToJO2GI2Ar0IGxkBtG9V/Bl0K5p1jmLz0Ku+cPQlQSeFoNOdnvJ7WaXqANTUET/SJpkBwFEbus1/W4qpwkmVRNBJIegM7cWXVEkAbKk609JE2qSiWCyqpYzaaa2MNkrQSdAJhy++l1QbAEuuxW3apKLf6ag2Dxmbwo7R2E3n3xdFXxhR8+/Ft0/VAbBEk8HHVtqksvPVN6lokTvaJwBLesLoMwC3NDvYbfVBfUloNkeTKumA9gnAEk2OvF8S0U5OAM5pdrDbOP+8I6NTJEW3eej1ZtkxCiC0F182MgJwHQ/Z2OBzIgnlQdcMJ5voe5r2CcDhi29G1Tk1JazzrloYmfdf1bXlddMm9aT40IuZGCtYs2P0gnYJwJJM2MgYop6Q0YI2G5+qO9jva3yWeQm5k0Q2D72+qWp2jO7SLgFYotnIeE+1EXQSdMKD/qhO2qRtSWxgT9tpLNMuAViiWc/Zp9oIOgk60QDNkkNN2iQzdf67IIhdjLVyNTtGH2mTACzpCqmSCDoJOuGP1Zb6o8MUX6g1IwyHtEkAlvSFoy8JOgk64Y+ONJ82yaRBGnW+erSbh7QVa8oWbRKAJRx9SdBJ0AnfVN3rsm+p34s6FWWmfGhmaY8ALNBuZNym6gg6CTrRoHtpLm3SpjSTesl7F4wwAAgwaOGHm6CToBNNOpFmsmmYF+2fktjmoTojDPu0RQCW9BV90APV5o1u/n1QJi/zNJso+6aXmn93jzfU0aVLWwRgSdUkzBx9CaANm2J/FNv8/1EpkszIZ/QnVWlGGJ6FHaMA7OgoX3w3qToADVtU9E3jNgGdSIKbh17dKyr0nHYIwJJMSJUEwE+aJYhlGxx7kujmoTojDBntEIAlmqMv2cgIoC1VB+eK9rwUna9uptrnUqjIj5LWrjtz3WuSwJqJMczRpX1KrdIR2PJL0Qd9odoAtOS4Yv9UdF560fnqO6lU5KmktWP0dUTlWdLO75cJ6Urqlh79sBWLwkZGAH7rV+yffo74G9OD8iSjUyxNp1KRmqMvQ02VZH7c3q7LWCHopBB0BtkWTb/1jqoD0BLNDvbhPuqrJLx5yFhO7Mf225t7eEr8R4ugk6DTF8eKuj+l2gC0aEnRTy0M/ftR56ufpFSJnyWdHaNL8v9RzuPEHyCCToJOXzwp6v4j1QagRVMFQWNZWX/z788kwZOHhmmSMYe6Y/R86D7WCDoJHAk6nfugrHtOcgHQtruK/dSn/N+tS/W0StF5J7qjL0OspJWhNxQS2xN0EnT6YVdR73dUGwAHqm68PpLi89VvJbElfiuSRqqkUTmxjnl2CDoJOr1wrqj3Q6oNgAMHFfuqH1K8jDG57BvfFJ39Y4D32ZfydRYEnRSCTjfMCMCzot5XqDoADmwpYqZRfVySA1+aZMxHgd3j4ogv3CwpmOHZ+W8t3RGlVlmkGdWyruiDnoSlMQDc0Gb8Ge7DkotBlpSVtRHYKMrliHs447kBvHCo6IN4fgG4MmMh6EzyUJpMWVkLAd3j94J72OS5Abxwq+iDeH4BuKSZJU5289CrM0Vl/Q6osooW7jK1DvhhVqrnvAtxIyOAuGg2PyZ9dO9UHkBWraybQO7vU8k9XPC8AF6ouiD/n3yEAQBcqrqDPfmsOWvKCgvhqKY9KR894RQTwA+aoy9Zzwkg1BfmZGdZvyqDTp93rs/J31HMsus3wegszwvg3LToZlu+UHUAHOsq+q4s5QrTnHNsyqmH92LWmO5M+APG1Drghx1lH8RMBQDXqq5Hv5RENw8Z2nOOX3NLTXt0L++l2tnx/GAB7pk15drdnxnVB8ADDxP2WX/yWCVZJ1Ivv9RXx9dv3hbMaSRXimtnah1w75OQ3w5A2H5M2Gd9S7mSFkSXomTUNHub+TpNoGnWUPQrvF0MlyueEcC55Zp90AFVCMADkxxsYWZ05lKtIBO4XYrdc6dv8h8BM21tpu07opt+N9c2L3+PFOzJ31OP9vI3BBMsPlu41k88I4BTpo94qvkcP0jCa6MAeOOjsByoNKjTpCepe7bow5jy0uL1zPOMAE6YNZy7YmeW5XWJD4EnAJd6Y/qp6xT7KdPZm1HDu5YDTt8KU+tA+7p5gPjUwDN9m480zFHNAByYl/LNQ8uxV4CJqM0OKZP43RwBadIDafLgxVj2eD6AxvqdJfm7uc+kQTJLYi5b7nvMuimzqN/M5pg8ntt5P2g6/Wm+IgANKXqhTmLteYfgsrAs8GwASfY7GV8RgIaMStn4KImcPETQGfZ58QD9DkEngHCM2sG+QbUAAADApuGcw2b/CJscAQAAYNWa/H/z0BJVAgAAANtM9ox+XpKaVv8Xwcb+zcREwNEAAADOdEVYdE1hdGhNTAA8bWF0aCB4bWxucz0iaHR0cDovL3d3dy53My5vcmcvMTk5OC9NYXRoL01hdGhNTCI+PG1zdHlsZSBtYXRoc2l6ZT0iMjJweCI+PG1pPkw8L21pPjxtbz4mI3hBMDs8L21vPjxtbz49PC9tbz48bW8+JiN4QTA7PC9tbz48bWk+VDwvbWk+PG1vPiYjeEEwOzwvbW8+PG1vPi08L21vPjxtbz4mI3hBMDs8L21vPjxtaT5WPC9taT48L21zdHlsZT48L21hdGg+eiiHHAAAAABJRU5ErkJggg==\&quot;,\&quot;slideId\&quot;:312,\&quot;accessibleText\&quot;:\&quot;L 空格 等于 空格 T 空格 减 空格 V\&quot;,\&quot;imageHeight\&quot;:14.88},{\&quot;mathml\&quot;:\&quot;&lt;math style=\\\&quot;font-family:stix;font-size:22px;\\\&quot; xmlns=\\\&quot;http://www.w3.org/1998/Math/MathML\\\&quot;&gt;&lt;mfrac&gt;&lt;mi&gt;d&lt;/mi&gt;&lt;mrow&gt;&lt;mi&gt;d&lt;/mi&gt;&lt;mi&gt;t&lt;/mi&gt;&lt;/mrow&gt;&lt;/mfrac&gt;&lt;mfrac&gt;&lt;mrow&gt;&lt;mo&gt;&amp;#x2202;&lt;/mo&gt;&lt;mi&gt;L&lt;/mi&gt;&lt;/mrow&gt;&lt;mrow&gt;&lt;mo&gt;&amp;#x2202;&lt;/mo&gt;&lt;msub&gt;&lt;mover&gt;&lt;mi&gt;q&lt;/mi&gt;&lt;mo&gt;&amp;#x2D9;&lt;/mo&gt;&lt;/mover&gt;&lt;mi&gt;i&lt;/mi&gt;&lt;/msub&gt;&lt;/mrow&gt;&lt;/mfrac&gt;&lt;mo&gt;-&lt;/mo&gt;&lt;mfrac&gt;&lt;mrow&gt;&lt;mo&gt;&amp;#x2202;&lt;/mo&gt;&lt;mi&gt;L&lt;/mi&gt;&lt;/mrow&gt;&lt;mrow&gt;&lt;mo&gt;&amp;#x2202;&lt;/mo&gt;&lt;msub&gt;&lt;mi&gt;q&lt;/mi&gt;&lt;mi&gt;i&lt;/mi&gt;&lt;/msub&gt;&lt;/mrow&gt;&lt;/mfrac&gt;&lt;mo&gt;=&lt;/mo&gt;&lt;msub&gt;&lt;mi&gt;&amp;#x3C4;&lt;/mi&gt;&lt;mi&gt;i&lt;/mi&gt;&lt;/msub&gt;&lt;/math&gt;\&quot;,\&quot;base64Image\&quot;:\&quot;iVBORw0KGgoAAAANSUhEUgAABG4AAAF0CAYAAAByuH8wAAAACXBIWXMAAA7EAAAOxAGVKw4bAAAABGJhU0UAAADBLEdguAAAOANJREFUeNrt3SF0FDvfB+C/qKhAVCAQiApEBQKBqEBUIBAIBAJRsQKBqEAgKhA9B4GoqEAgEBUIBAKBQCAqEAgEAoFAVCAQCAQCgbjf5t3pd5de2kmmu7Mzu89zTs73fpe2m81m+kszmSQCoB2rw7IxLHeG5f6w7IyV7WEZDMuNYVkflhXNBYC8AgAW0Uo1GHkwLPc0B1N0uRrkvh+Wn8PyT2F5Nyx7VX8FAHkFAMydczG6G7Q1LC+G5fOw/D422LismZhwn3tQ9bV/Jli+VD/3/By11Ur8eRe3K2VVNwbklbySVwAwOcvDcjVGS3bTQOHpsLwZlu8Zg4tvw7KkCZmQW1Wf+meKJU087lUD7r5bnXJbNS0bujIgr+SVvAKActeH5eGwPKkmZtIdnSbLecfLG83KBF2O/67oGi+Hw/J2WJ4Py35VXg/LQYMB9Jc5GLBdqN57ei8/OjAATpO96TGBK7oyIK/klbwCgHL7Uwi+Lc3KhL0aG/Smx/MGw7IWeZs3XhqWu9X3/c7swzsxP6vGlqvB/b3qev8e0xv0/qxeI73W1eq1AeSVvJJXAHAGuzH5uxxXNSsTtloNfJcm8HOeZQ6I92M+H/k7V133v2OydykfxHws3QeQV/IKADpruRpsbMToDsTrBmFpfxv6YD3ylqXvz3EbPJjQIDg9GnlBlwKQV/IKAGbjZmEovtZk9EQ6meNTRp/entP3vxxn30QzXe8magHklbwCgBnLGSwclYHmokcuxmgfgroTPOb18b+XcbajaVd0IQB5Ja8AYPYOwv42zK9rUX+S2ueYzzt1Z9mc/IauAyCv5BUAdEPuxM1hWIZKP+1k9O+HBsL/Xw50GQB5Ja8AoDtyH5V6qanoqXS6xNea/v0j5u8UircNB8K3dBkAeSWvAKA7foX9bZh/Wxl9fGfO3vPHBoPg9AeDlXUA8kpeAUBHrBUE5HnNRY+lUyt+1PTx73M2CPzdYCC8r6sAyCt5BQDdcT8zHD9rKubA04y+fntO3mvJpOx4uaObAMgreQUA3fE8MxyfaCrmwHpGX38zJ+/1boNBcHps8pxuAiCv5BUAdMe3cFeDxXJY09fTcu15eCzwZYOB8DvdA0BeySsA6I5rmeGYBgYrmos5sZfR5+/OwfvMnZQdLw90DwB5Ja8AoDu2w/42LJ4bMf8bHl6NZvsFXNM9AOSVvAKA7viUGY67moo5klaP1Z1e0fcjRncaDIK/hWNVAeSVvAKATg0GcgPytuZiznzN6PerPX5/Bw0Gwq90CwB5Ja8AoDtuhf1tWFw5A8XNnr63dMrGr3CsKoC8klcA0GvPwq796P+nlcc9fW83GwyC0wTtRd0CQF7JKwDojtwd/O1vwzzayej7b3v63nYbDIQ/6BIA8kpeAUB3XCoIyOuaizl0L6PvH/b0vX2K8oHwI10CQF7JKwDojvuZ4fg97NrPfNqMvOXYfev/q1F/AoljVQHklbwCgI57mxmOLzQVc2oj8xpY7dn72gnHqgLIK3kFAL2WAu972LUfA+Gca+BKz97XuwYD4de6A4C8klcA0B3XCwLykuZiwQfCfdrjqemxqlu6A4C8klcA0B25O/h/DctRMRAe9Og9NTlW1QQtgLySVwDQMe8zw/GppmKO5a4869NAeK/BIPhzmKAFkFfyCgA640Lk7+B/Q3PRIcvDsh6jfZceDMvjYdkfK2mi8WGM7uKtZfy8zczr4H6P2qjJsaomaAHklbwCgA65kxmOaXLnnOZixgPfW9VA7X2UHxl6WA2Wz5/w87cyf85OT9rrYjQ7VvW6rgYgr+QVAEzWyrBcjdGdmkFV0v++XA0eTvMyMxzfaGZmJPXttIT6WzR7/v1vk5BpMHt8efWjORsIDxq0zc+M3xkAyCt5BQA10kZsafnrqxhtGFwXbC/i75u3LRUMLh5qdlq2EaMJw3+mVD7GaHLzyLM5Gwjvh2NVAeSVvAKA1qTHlO4Ny4doftfm5rGfuV7w/Vd9BLTkQjUgK+3jh9XAebcarKbyfFh+nPI9aeLyaFLz3RwNhJdr3vdJ5YHuByCv5BUAlA8KUrB/zwix9DXpWeqD+PtKnDR5sz72s3OfkU4DDLv2M22pj20XDuC+VgPT0x4LXKm+5tcJP+NLjCZGD+doILwRzSZ413RDAHklrwAgTwrm9Azzz6g/CvFeFWDHJ1fSf3t77Ovfj/37QWY4vvBxMGVpgjL3DuLRJOVWlE0oXomTJ0CfRP7GiH0YCO9EszvAJmgB5JW8AoAM6djtur1r0gTMRubP243/7sKfJoZ+ZQbkHR8JU3Q18laUHZX0LPzKGV7rV5xtr4GtHrTpQYP3ta8rAsgreQUAp0vhno6OPO1OSlqBczfK7zSMb5qXNrW7WRCQqz4apmSzYGCarot7E3jNrTjbQHjQ8TZteqyqCVoAeSWvAOAU16J+lc3LKuSauDQWjunxqieZ4fjJR8OUDAoGbH/bXLuppYxr7bSy2YN2bfK+zuuSAPJKXgHA36Wjvevu4jyOsz/P+6r6Wem1co8B3/HxMAVbBYPgtPnj+oRf//EZBsLXO962TY5V/aBLAsgreQUA/5UmYp5lhNS9Cb3egwYBedvHxIQNomxp9I0p1OH6GQbCXT/J4rDBe3qsWwLIK3kFAH9KyzxzTiW4P8HXLNnX5mhlzrKPigm6FmWbLW5PqR4r0ey5+n+i+UaTbVhv+J42dE0AeSWvAOBfqzHaZ6YunHYn/LobheH43kfFhPt9ybP66Rj6aR732WTfgN8db+OdBu8pbXhughZAXskrAKikzYW/ZITTyykMAjYKA3Lbx8WEpOPnPxX0vU/V90zThwaDxsOOt7NjVQHklbwCgDO4EHnP86aJnWksb71RGJCXfWRMyMsou0t4paODxi6vQkt3IX/F/B0XCyCv5JW8AqAVaSLmY+YgYH1KdRgUhGM6GWHJx8YE3Iiy5/MftVSvebvbdyea7RewqosCyCt5BcCiS5M2uctc70yxHvfCclTalVaZfSvod2nvp7aeX28yEH7Y4bZucqzqJ10UQF7JKwCIeBvdmCzZKQjIez42JuBJ4cBss8W6fYrygeONDrd1k2NVd3VRAHklrwBYdHuRv1P++SnX5WlBQF7w0XFGV6Nsyfm7aPfxvCYDx7WOtvVqNFt2fkM3BZBX8gqARXY7urXh2pvMunzw0TEB7woHZest1+93Yf26vO/TdjQ7Kvacbgogr+QVAIvqUhWcOYH0uqWA/Rrd2myP+XWrcFD2puX6XYj5OqGjyf4Hb3RTAHklrwBYVEtVaOaEUToO8WILdToXlqPSng9RNijbaLl+Gw0Gjo872tZNj1V9oJsCyCt5BcCi2o3uHSW5Hvl77TgGnDb62izvDN6L8oHjZkfbu8mgPpUruiogr+SVvAJgEaVwyX0WOR072dYzu3fDclTaUbIJ9j9V32zbbpQPHC/OSXsf/e4BkFfySl4BsJBKltxutViv55l12vERcgYrkb+309EKr5UZ1LP0GftPHW7zJqeNPNVVAXklr+QVAIsod1VLKp9j9KxvW3I3Jl73MdLSNZDK/gzquFw4WE9lr6PtvRrNlp1v6qqAvJJX8gqARVN65+Zei3W7lFmn72F/G87mVeGA7NoM6rjWYOB4s6PtPWg4ED6vqwLySl7JKwAWzU5BCH2JdidItqK7d5OYH6V3Br/FbCYKS++ypgnNcx1t8zcNBsEHuiogr+SVvAJg0awWDgDaPtbwZWa9Bj5KzuB64YDs2Yzq+bKwni86/IdHk2NVH+uqgLySV/IKgEXzOLq7uV2685I7qbTqo+QMSk++uD2DOi5V12BJPe90tL03otmyc/tYAfJKXskrABZK6d42bT+OdCvyN0uGsyhdBj2L0zmuFdYx3SFc7mh77zQYBP/s8PsBkFfySl4BMBXbhUF0peX6vYh+n0JAf3yNsn2eZmEv5mPZefK5wUD4tW4KIK/kFQCLpiSM2g7/C5G/zHbDR8kZ+1rJgOz5jOr5LeZj2flqNFt2PtBVAXklr+QVAItkvTCEdlquX+5qIMtROavSJd33Z1DHK4V1/NHh66L0pJG+72OV6p2OuF1yqQHySl7JKwBKPC0Mocst1+8wLEelHbcKr4UbM6jjk8I6Pu1we5eeNPJP9fugr/bj30nmey43QF7JK3kFQI40k97lZ6RvRnePJ2f+DAoHZWszuF6/x/zc7TuMxTlWNfWV8WNkr7vcAHklr+QVADlKl9q2vfnv65j/5ah0R8km3b+j/SXEd2J+NkUsXULf932sxu88fw/LzwF5Ja/kFQCZHheG0HqLdbtaDTYcA05bdgquha8zqN/BHA0aHzYYBHf5mNjTXI4/714+d6kB8kpeySsAcn3qcAiVrLZ55qOk5YHw+5brtlE4aPzQ8bZ+32AgfNDTfnX8d9lNlxogr+SVvAIgRzpKMndFS9vBWnrS1W0fJy0PhNselJVujHirw+2cll3/ajAQ7uMGideP/Z51+h0gr+SVvAIgW+mJBE9arNu7wrqd93EyAVsFfe5Vi/W6XDhwfNuDweEiHKuaBvzHVzVadg7IK3klrwDIdr8whLZbqtdGLMZyVLpns6Df7bdYr+fR/WNfS5QeEZvKtx72p53o151lQF7JK3klrwA6Zq+D4ZqWZH4qrNcjHyUTstHBgXC6e1nySOOrHrTz1wYD4f2e9aV0nOrP+O8+YSsuM0BeySt5BUCu0meQL7dQp50GAXnFR8mEXOzgwOxNlG0gfrHjbXw5mi0779M+VmkC+qCnf6QA8kpeySt5BdAhpUc1rk65PpfivzP+deVHjJ7LhUnJfTa/jWe/0yq3kruX2z1o30HDgfClHvWhZye8hzsuL0BeySt5BUCJz4VBNM0JkjTjf7Qh8c+C8H/tY2TCcic0p7230rkoW6J9EP2YxHzVYBDcpwnah3Hy3WXLzgF5Ja/kFQBFDgvDaJpejL3ObkGd7ha+jiCizqPMvvdpyvUo2YMqTXb24Q7fcjWoLR0If+hJ3zltw/c3Li1AXskreQVAqa5M3Nwde420Cuh2TOcY8LQXzvdhueej5xQbmX3v9xTrsB5lS8778jz9zWi27PxFD97bds1ndtelBcgreSWvACj1pTCMzk+hDmkyZXxfmzQAyF1xU3LcYrq78z3+vfNkXxxOkzupuTqF114pvDb7dKpa6Ul2fTih40LUb8j5e0q/PwHklbySVwBz7l1hGF2d8Oun0wS+jf38x9V/f5tZn2cFA4vPY4F02UdPjccxnUf16ixF2akcT6Nfk5DfGw6EX3bwvaR234q8pfSWnQPySl7JKwAaKd10bZKhvxp/3iVKq2DOFYZlTn3Sz/ww9j0PfexkSJOKOSecTXpz7CcF1+Pzng2CrzUcBP9T/U4416H3kiax38/odyeAvJJX8gpggZRsAjzJWfi1+PNEq5/Vf0suFNSnbuXM8btBb8IjUkz2+vhVDZonoWRZ9l4P+/KLMwyEj97zLKX2vh7lKxWn9ZgpgLySV/IKYAGUbAJ8FPoXzvia6S7G8RU1g2P/PonjFpeOBe/XCdSdxZL6S85dzCcTGGA9K7gO7/ewLdMeU7/jbAPhoyXobZ5Gkj6btO/WTpRv5n5U3rmUAHklr+QVAGcJ+tJf6s/O8HpbfxlY7B77ms0JhMvxgUV6zas+bhoYZPbHmw1/frr7+THyN+O+1sM2TNfjwQQGwcePW02/O+5WbbIazZamL1WfQVrxtxGjyezt6o+bd5l/CM3jHy6AvJJX8gqADskN4bOEftoc+Hn8/W7E8VUzDzPr8PGE11qO/26Wd9vHzBm8jLyjVkuui9RPH0TeRoGppP2o+rh8eemEa3+aJa3oO6wpv1qsz0WXECCv5JW8AuAs7jb4xZ5C5E7Gz053FNIqm28nTLz8Ldhzn5tOA4+1Y9+7Gn9uRGwzYibh3F/61Wkr0q7EyY/xpWXTj064Jk66a9nHicflqt6fWh4Ed61Ydg7IK3klrwCYSGB9bfhLPh3bnR5tOpqhP1rGeaMaEJx0OtRJkzbJfuEEUnqdnRjdZTp+V2LPx8uErET+MfVHA9hXVX9Od/AOCga/R4/37US3TqY4Sbru06OI6Q5umihNK95+xGIPgI/KtksHkFfySl4BMAl3ot0Z/dOW0O5P6HX6eIoB3ZYmOdOz5L9jusum07PwfVquvGrAe2K55LIB5JW8klcATMpZjz7M3WG/7o7Mkwm8zo5JG6YoLS1/N+FrI93hvN3TfmsgfPKGlADySl7JKwAmJgXw6ykFQlpGu5UZ8oMzvE56VGrTR0lL0h5L6W7j5yi/q5m+51n8+aghAMgrAOBU09hRP00GlSy/vBjNlvZ+jP9uVgxtSXsKXKsGtuk58Z2xsl39943qWrAaDAB5BQCcSVoC23TD4vFllzcbvv5ewev8CI9GAQAAAAsmTYSko8LTjvvpUafcyZqnMdqx/6yvXbfnTpqwSct+z/uoAAAAgEWWTidIG9yl06cexL9LatNRimlJ7XpM5xjIdKx4mpxJx1qmzfCeV6+7UdUJAAAAAAAAAAAAAAAAAAAAAAAAAAAAAAAAAAAAAAAAAAAAAAAAAAAAAAAAAAAAAAAAAAAAAAAAAAAAAAAAAAAAAAAAAAAAAAAAAAAAAAAAAAAAAAAAAAAAAAAAAAAAAAAAAAAAAAAAAAAAAAAAAAAAAAAAAAAAAAAAAAAAAAAAAAAAAAAAAAAAAAAAAAAAAAAAAAAAAAAAAAAAAAAAAAAAAAAAAAAAAAAAAADm19KwXB6WwbDsDMvTYdmfUbnq4wAAAAAW3flhuTcsb4fl17D805Fy3kcDAAAALKpLw/JkWH5GdyZrjsp7Hw8AAACwiC7E6BGo39G9CZuj8tDHBAAAACyaO8PyI7o7YXNU7G8DAAAALIzlGG34+08Pys+qvgAAAMAJbg/LoXKmst6RzzI9GpX2jPmnJ+W1yw8AAABON+jRH/pdLRsd+BxXh+Vbz9pt4PIDAACA0w3CxEvfJ27WYrTyp2/t5hhwAAAAqDEIEy99nri5OCxfethmjgEHAACADIMw8dLXiZuVYflcU7d0FPinYXk+LI+GZaemPKv5eXsZPyOn3HDpAQAAQL1BmHjp48TN0rAcxMmTNa+GZTNGkzsldsMqGQAAAOiMQZh46ePEzd8mWNKETVoxc6nhz0yTPD/CZsIAAADQGYMw8dK3iZv0er+P1eHjsFw+4899eMp7TBM6yy4XAAAAaNcgTLz0aeImrYo5foLUfpx9UuXcsHw/5T0+cakAAABA+9If7KvKmUqbK1Gexp8TKncn9HM34/TJqSsulekzC6rMoujziqIswu8bkFeKosgr2nAt/nxE6u4Ef/anU/rtB01vUKAIJn1eURQDYYzRFEWRV3CypWoC5agvPZjgz75e0283Nb9BgSKY9HlFUQyEMUZTFEVewcm24s89bSbpdZy+KfGK5jcoUASTPq8oyrwOhNMz76tKUVkyRlMURV7Bf8YT36o+9HnCEylp75rfp/TZZ5rfoEARTPq8oijzPBDe8NkUl1VjNEVR5BX84W7Vf34Ny9qEf/bzmj57VfMbFCiCSZ9XFMXEjWLiRlEUeQV/l1aiHm0cvDfhn32+mgw6qb8ean4AYN6ZuDFxAwBnkVbY7Fdl0nvNbNVk8kPNDwDMu40wEWPiBgC66bAmky9qIgBg3m2EiRgTNwDQvzHKe00EABgUKSZuAGA26jYl3tJEAMAi2AgTMSZuAKBbLsXpR4CnfzuvmQCARbARJmJM3ABAt+zUZPGBJgIAFsV6jDb+U/KLjRABYLrqNiV+oIkAAAAA2rcR9atf1zQTAAAAQPv24/RJm6+aCAAAAKB954blZ5w+cfNUMwEAAAC0bxD1j0nd1kwAAADQHVdidMqQ0rys9uSzTqdF1U3cOAYcAAAAOmSQ8ce8cnrZ6MHnvDIsv2vexyeXAwAAAHTLIEy8LMLEzVbG+3jicgAAAIBuGYSJl0WYuHmf8T7uuhwAAACgWwZh4mXeJ27SvjW/M97HVZcDAAAAdMsgTLzM+8TNncz3sexyAAAAgG4ZhImXeZ+4eZHxHg5dCgAAANA9gzDxMs8TN0vD8jXjPRyc4TXOV/0oFat2AAAAYIIGYeJlnidurma+h5dneI2n8e9x4ksuKQAAAJica8Oyr5yprHX4870XeRM3+w1/fnrvRxsfP3Y5AQAAAORLEzI5EzfPG/zstLrm7djPWNPcAAAAAPm+RN7EzZsGP/v+2Pe/09QAAAAAZY4eY6orHwp/7rVjP/uGpgYAAADIdznyN1j+NSznMn/ulWH5Pva9n8OmxAAAAABFbkXZ6VgPMn7mevw5aZPKbU0NAAAAUGYQZRM3P4Zl9ZSftzksP499T9rbxmobAAAAgEIPo2ziJpWvMVpBs1z9jPR/bw7LwQlff3UO2+3isNypykXdCAAAAJiGnSifuBnf8+YwRqtwTvqaJ3PWXmmPn3Qs+vimy+l/PxuWFd0JAAAAmKSdaD5xk3MK1fKctdfLBXu/AAAAwAylzYanMWmTVqFcmrO22sh437u6FAAAADAppadK5U7azOMpUjsZ7z1tzGzVDQAAADARaV+W8f1aJlHuzmlbvcl8/1d1KwAAAGBS0nHdk1ppM5jjdnqb2Q4buhQAAAAwKYM4+6RNekTo5py3025mW1zQpQAAAIBJyl1N8rfycVguL0Ab3c5sCwAAAICJSnvdfI6yCZtvMTqV6tyCtNFSTRv9CvvbAAAAAFOSJmDSREyakKlbVbIVizNhMy4dcX74lzb5EfN5khYAAADQMWllyUaMTofaqcr9GO1hs6p5/nfc951heTIsz2I0iWVfGwAAAAAAAAAAYIGlTZ82YvTs4D3NAQAAADAbabOm9Rg98/YiRjtQ/44/NzG6rJkAAAAApiNtTJSO/LoRo1U0T4flzbB8j7zj05Y0IQAAAMDZXB+WhzHaOTpNzHwZlp9Rds798fJGswIAAACc3X6cbZLmb2VLswIAAACc3e6w/IjJTtxc1awAAAAAk5X2tVmL0elQ6WSo1/HfTYftbwMAAADQETejbOLmtSYDAAAAaM+nyJ+4GWguAAAA6KWVGD2Fs6op+uUg7G8DAAAA8+LcsFwZls0Y7X2bnp75GhZl9FbuxM1h2N8GAAAAuuLisFyL0UTM42F5NSyf4/T9bNO/ndd0/ZL7qNRLTQUAAAAzdXtYvkfzk6I/acL++RX2twEAAIA+uBGjJ2fex+jJmNLToh9rwn5ZK/hwLaUCAACA7rkUo71scv6239Bc/XI/84P9rKkAAACg0+q2QklP3JzTTP3yPPImbp5oKgAAAOi0dzV/27/WRP3zLfImbu5oKgAAAOi0w5q/7bc1Ub9ci7xJm7TR0YrmAgAAgM66FPUbFV/STP2yHfa3AQAAgHmwVfO3/RdN1D91mxYdld0Z1zNtnPQsRsedDXxsAAAA8B8vw961c2Ul8o8Bvz3juj4bq8u+jw4AAAD+o24P24Em6pdb0Y/9bW7Fn8/o2SQZAAAA/rSe8ff9ec3UL88ib+Lm3QzrmDZN+hE2SQYAAIDT1O1h+04T9U/uMeCz2t9maVjeH6vLgY9tYa0Oy0aMVlzdH5adsZJ+QQ2G5UaMZplN7gEgrwBYNAfhGPC5ciny97e5PqM6vv5LXR776BbG5WqQmybvfhb01/HZ5L1q8AwA8gqAeZYO9Kk7Bvy6ZuqX+5mDie8xWvnStt0T6nPLRzf3v2wexOj4+X8mWL5UP9fznADIKwDm0UZNxqSbC8uaqV/eZg4gXsygbk9PqMuvsKR4nqVJudzH95qWNAO9Vw24+fMPkLRk/5q2AZBXAPTSXk22vNRE/ZJW0HzPHDi0fYLTaRsmv/XRzbXLcfrSvsOqDzyP0ZHwqaTH6Q4aDKDTHc0NTf6/Nn97rN1/VW3sbi+AvAKgPz7UZMqmJuqX6wUDhkst1Skt2XpRU5eHPrq592ps0Jv6w2BY1iJvpVXqq3er7/ud2b93YjaPAnZBWmHz45S2Scv/L+iSAPIKgM7L2d/Gjdme2c0cJHxtaZCQOtnrjPpc8dHNvdVq4Ls0gZ/zLHNAvL+Ag+H0h0XOqrv3/lAAkFcAdN6dmgw51ET98z7yJm6etlCXNOj5FN2ZRGK+pFUlOcvS9xesXbYif9XdDd0IQF4B0GlPa/JjTxP1S3r0IXdZ7rT/YEub+/2I7m6SzHxISwJzJge3F6hNXkT+xM0jXQhAXgHQaYfhZuxcqVtCNX6awbROMjgfZc91p/LAR8cZXMz4ZZb649UFaY+DgmvP3V0AeQVAd62FY8A7aaUK7Jsx2gxvUP3vyxkfyMvMP9beTKnuqa5fo/xYzMs+ds7oWvVL67R+ljbkXYRH8p4XXHuWVQLIKwC6a1CTGe80UTvS6QP3Y3SCQd2kRwr6F/H306BSwOceQznpE5zSxNKHKJ+wsZESk7Qzg77fRXcLrr9bug2AvAKgs17Ji9lJjyndi+aTHWkZ7c1jP3O94PvPugR3ufqDL51g9bnhexjfmHg/s1zXdai5ruomP3/E9B4T7Ip0fR5mXHsfwx1dAHkFQJfVnRbr6ZUpSJsH70beUb3pa9IJUQcnhHuavFkf+9m5J8kcnuGPtfQY117kbzo86XJHF6JGznWwswDtcLnm90yacL2kuwDIKwA6q25xxhdNNFnpjkk6vSXnmea0EidtQHR8ciX9t7fHvv792L/nbkja9ASndBf/U8xmwuaoXNOVyOindROL32MxVpqkTTCfxZ8TOOlxyicx2kQcAHkFQHft1OTES000OelorrrlsGkCZiPz5+0e+970+FCaGPoV0121cjtmO2mTyoruRIanGX3p9oK1SZrEuaBrAMgrAHqjbnHGXU10ditVIJ92LPbPqrFL76a8GfsZ6Y76zcif/Fht+H6uVR0np+ROIn0u+JlvdCky5ez3pD8BIK8A6PJ8Qt3f1Rc109mkSY66VTYvz9DQaW+KowmhNPnxJPImSj618N5LVv949IlpqducN10/HhcCQF4B0EWDqH9qhzNIR3vXTVw8jrM/s3x0LFh6rdxjwHdaeP+5q39+hOe2mZ69jD5oaSEA8gqALqp7nHZbEzWTJiGeZYTvvQm93oMo3yOmjeekdzPr8lqXYYpuZPTBfc0EgLwCoIPe1WTD9Zrvv5nxNQvnfEbDpnJ/gq9Zsq/N0cqc5RbaIvfkqS3dhilKz4T+rumD6XFGq74AkFcA9Ckbftb8bZ+2ZPlezQE44KeyGqN9ZuomKnYn/LobUTZx08YzcBcK6rOm6zBlX2N6m3UDgLwCYBquR/ON65erv/3T1z3SlCNpJutLRtimjYgnfadkI8ombtp4Bm6QWZdDXYcWHGT0xU3NBIC8AqBD6rZFOe3plRfV13yMdp646by0uqTuJIBU0sTONJYn5TwTPV4ut9Am+5l18aw2bcjZc+qxZgJAXgHQIS+i2dMrj+LfbVKuaMbRRMzHjJBNz6WtT6kOg8iftGnrBKfDzPoMdCFasJPRF99qJgDkFQAdctpWLF9P+J7tsErzD2nS5kPkTVDcmWI97kX+xE0bK1zWCupzQTeiBTnXiMf2AJBXAHTJryjbuzY9OvU7PN3yh7fRjcmSncifKLnXQrtsZdblky5ESzYjb1WckzoAkFcAdEXd0zTnqq9Lp1s/jz8ndexrM7QXeZMTP6tGnKan0a0VLq8z67KrG9GSjcw+uaqpAJBXAHTEj6ifvEmTNOMrc760MAfRC7cjf6Jk0EJ93mTW5UMLdVmO05dzjZcNXYmODYRt3AWAvAKgK3K3Zhl/nPaSZhs1wo/MRksrT9pYyvo1sz5tnN1+PbMuaXLH0i26NhC+rqkAkFcAdMT9yJ+0+Rwmbf4nTcK8j/yJiYst1OlcwQd5o4X67GbW5UB3ooMD4YGmAkBeAdARabHD56jf+2w3/t3vZuHlTkq0tbolWY/8vXbaWP3zMbM+O7oTLcpdCbZIA+H0+2Ct+iPhTvXeU7lZ/XcA5JW8Api9dJp12tf2+JM2aS+bJ8NyWRP9Kz1L/DszTL9Fe7NddzPr9KaFulwoaCNBy2nSzPJ6NUB7MCyPY3Q621FJv7geFgzaNjP75f05b9M06E2Tyh8yrtX0fGzahP2i7gggr+QVQCekv7lXw+qaE5VsCrTVYr2eR3dWuAwif8MkOD5Iu1UNcN9H/gTgeJ9Kg+WTdk/fisVdCbZR/Z74Udim4499PjjhZ98/9gfKScUmmoC8klfyCoCpyl3VcrQhUJub7uZuTLzeQl1yJ5H2dSkqV2N0l+xbw0Ha357vTIPZ448FPlqwgXB6/+nub86Ec3qM8l11/aZr8238/WS47b+8zvfMdnUcISCv5JW8AmBq0vNkJTP/91qs26XMOn2Pdva3yV2VNNCtFt5G5B9j36SkvZbGn/V8tkAD4dsxuqNbd1cytUnaS2H5hN979/8y0L0z9jU3M9v0k+4OyCt5Ja8AmKadgvD90tIEyZHc5bRtrHBJdyhylwuv6lYLKz2T+brBwPawGjjvVtdkKnXLqdNd0aPj8N4twEB4LfOPi/2Ca/DCsbY7HPsd9yKzTXd1e0BeySt5BcC0rEbZapsHLdfvZXRnhcvtsL8NJ0uDp+3C6+lrNTBNdyJPevxwpfqaX3HyZOq5qL+j1/eBcPrd8zPqH+Ns8ux+avvx1XR3qs8z97O0XwAgr+SVvAJgah4XhPbPKpTbcq4giFZbqM9+2N+Gvzt+Fyzn0b6tKFu9diVOfn49HZGXuxqsbwPhdILG24z3le42nuW5/dWxgXb6WbnH1ZqoBeSVvJJXAExN6d42bU9I3Ir8zZLbkLtJ8kDXWihXI39DwKPraOUMr/UrzrbXwFaP2jb9DqjbJDP9AfAgJvMI5178u99A7n4Pz1wCgLySV/IKgGnZLgzQtpdX5j6vu9dCXXI3Sf4V7a5KYrY2CwamacA2iY29t+JsA+FBT9r2XtTflU1tf3PCf9SMf1457bnpMgDklbySVwBMy+co25S4TWkp78/Mum20UJ/cwceBbrUwBgWDpd8THLClO3Vfo/lAuA8Dt5wTR9JqwfUpvPbPwvZ0rCogr+SVvAJgKtYLf9nvtFy/3NVAKbSWW6jP61icoyupt1UwCJ7GgO1xNB8IX5+TQfDVKb3+YUFbfnApAPJKXskrAKblaWF4Xm65frlh9LqFuixH/l5AG7rW3BsUDIJTuTGFOlyP5gPhtY6261LmIDgtN7/Wgd89/1R/kADIK3klrwCYSuCULF1t+zGpm9Gt48k3In9/m2Xda65di7LNFrenVI+VwsH4eOnqHkwvI28J/8aU61Hy+a67JAB5Ja/kFQDTCvOS4NxruX6vC+q22kJ9HoX9bRj1tZIJz7S59tIU69Nk34DfHW3b3BWAbZww0tUJbQB5Ja/kFcACKX3euM1Z+quRf2emrWPAP4T9bRbduWH5VHDNfKq+pwv9crwcdrBtdzLr/nLKf1gklwva0rGqgLySV/IKgKkpCfS2H/8pWW3TRhClHfhzJ5I2dK259TLK7hJeaaFOBw0Gwu871q6bmddXulvYxpL5GwVtedtlAcgreSWvAJiGC1H2rHGbu9CXnnTVRhDdzqxLWga8pHvNpRuF18yjlurVZCC836F2TX8s5Bxl+jvaW/X3oOCPHceqAvJKXskrAKbiVmFwPmmxbu8K69ZGEOU+y7yva82lNNH5raBPpsf32lqh1mQg/LAj7Xq+oF23WqzXm3CsKiCv5JW8AmDG7hcG53ZL9doorFdbGwHnTiYNdK259KSwX262WLdPUT4QvtGBNl0qGHC+jvZWsqXXyT2hY8elAcgreSWvAJiWvQ4G53KDUG9jeW/JEZarutbcKdkoO5V30e7jcocNBsJrHWjX3MnjXy3Xt+RRzWsuD0BeySt5BcC0lGxal8rlFuq00yDQ29hML/exskPdai6VPrq33nL9fhfW70fMfh+mNLD9Gd1a7XfkUeQfq2o/K0BeySt5BcDUlD5nvDrl+lwqCMa2Az132bH9beZP6V5Qb1qu34Xo5wkduUvO02DzXMt1yz2u9onLA5BX8kpeATBNnwvDc5oTJOkRqaO7RGnyJveOzOuW2ip3ae9At5o7Hwqvk42W67fRYCD8eMZtei+6e3TpasHvn1suD0BeySt5BUAXJiOOyjS9GHud3YI63S18nZUGdbsUk1+VdLEaYG3qhp1Weiz9LO4M3ovygfAs+12645q7su5jtL+0eyvyj1VdcYkA8kpeySsApqkrEzd3488jKW/HdI4BT3vhfK8GDk3rN4lB0HIV8EdBv6wrdtbTwmvk7gzquBvlA+GLM2zTkvpen0H9cpfEH7g8AHklr+QVANP2pTA8z0+hDmkyZfxuxnpBUH4reJ1L1aRN+r50alXJXZFXMdljFo/2y/kd7WysTDPp7tSPguvjZ8zmjlbpXlWfZtimJftYfZxB/S5G/rLzHZcIIK/klbwCYNpKTx64OoXQ+Rb/fY75bWZ9nhUMaD6PTZaUno71PSb3rPj46p0HumCn3S28PmaxMfVy4WA9lb0Ztunr6Pbd4J1wrCogr+SVvAKgQ3JXkkwjmFbjz0e10l2Vc4UTJTn1ST9zfLO+h4X1XMusy6+of+TpevV1R5sqO5Zxvq6PWQyM1qJ82fnNGbXnlYI6fov2HyFcLvjdc+j6BeSVvJJXALSh9FnjSR0bmcJ7/ESrn9V/S0qOiqxbObMUfz7/+6ZBeA1iMstk0+qir2Pv95Lu12mldwa/zWhgVHqXNQ30zs2oTfcL6rkzg/qVHKO75xIB5JW8klcAtKFkE+CjVSUXzvia1+K/dwkGx/49py4/agYe6d/GT6r62rDuueH99JSfcS7+3Yx41ickkOd64bXxbEb1fFlYzxczqudq5D+Ln77u/AzqWPLo6E2XCCCv5JW8AqANJatbJhH46djC4xu97R77ms3MeryrmbR5Fn+u6Gm6P0/uyVu3T/j+dCfsdQcGTJQpXY12ewZ1XIr8jROPyp0ZtefDgjq+nkH9rkbZBLZjVQF5Ja/kFQCt+RjTf+Y4hcbzv/ycl/HfVTO5gfnxlImSNxMapFwsaJO/PfqUVtqMn6DwKRz93RdvCq+JWQyMrkX5irlZ9b+SE+xmsSKt5KQTx6oC8kpeySsAWlX6zPFRoObcCUkTF2mVzbcTJl7+trx0L/KXp64d+97V+HMj4iabEY+7WdAm6zV1+RH2temTrwWf/ZcZ1XEv+rHs/Fp0++7g1cJ23HZ5APJKXskrANq0XBj64yUd253uNlysftZS9b9vxOiRoJN2vD9p0iYp2RDuV/U6OzFavfMrJrsh2+OCunyq2mJjWB7Fn0uC0yTTdV2tN0ofIXw+o3p+i34sOy+5jl7NoH5vC9tx1SUCyCt5Ja8AaNudhhM3Tcq7OH0jt/0Jvc5enP3UhJcTqss9XaxXSpd0359BHa8U1jGt+JrVsvPDgno+aLlupXcvD10egLySV/IKgFl50cKkTZoIqTva8ckEXmcnJnPU5cEE6nJf1+qdW4Wf8Y0Z1LH0Onk6o7a8VFjP9ZbrV3qN77s8AHklr+QVALOSJjpeT2nCJj02tJU5mTI4w+ukR6UmuVHcWSezPFvcT6V9cG0G1+r36Mdy6ZI9tNIjhW3eZd1scE3fcHkA8kpeySsAZj1583zCkzZpMqhkU96LVSCWvs7HKQxImj5C9rMaTNFP24WDt6WW63enwTU4K88Lr+E2f9d9if6ccgIgr+SVvALgD+n47KYbFh+VdKLSzYavX3L6QHoWemeKg5HSjeBKJ6ronp2Cz/vrDOpXulx6Y4ZtWfJ7pM2NHh82+J3mWFVAXskreQVAp6SJkLRs9E38eUJS3WRNejb56gReu+4xpTRhsxunb3Q8CemOxaOaNkj/9nrGAw5mMxB+33LdNqJ8AnVWlgvr+qileq1Wvz/GT4Tz6CMgr+SVvAKg11KgpVMB0pLXB9VAIZV0FyA9d5s2aDs3hddNz+emyZm06iXdPXheve5GtL8EdCVGK5G2xt7/vRnVhe4MhNu+q1V60tmtGbbjenTv9LWl6o+X8RVyuUvQV10agLySV/IKAGD2tqKby6Uvx+i59dy6vZ1xO5bubbDZQp3Gl5ynu5jXw7GqgLySV/IKAKBXSk5vaPO4zdKNw2d9osR2YX2vt/CHxPgjj+lR0HvhWFVAXskreQUA0CsbHRwIp0FcyWlrrzrQjo+iO5tSpkc5P4+9Vtq7Ky1Dz9183LGqgLySV/IKAKAjLnZwIPwmyo4BvdiBdnzWkYHw0rH2+xajTc0vZP5x4VhVQF7JK3kFANAxuc/mP2+hLjei7O5lV06T2I9uLJU/vgT+dvXfc5edO1YVkFfySl4BAHTMQUcGSWnJ9NcoOzVkqacD4Wmc0jE49kfE8wb123E5APJKXskrAIBuyX3e/dOU67FXMJBMGxle6lAbPikcCD+Z8OvfOjYI/lT9YRHVHwvfM+u15nIA5JW8klcAAN2ykTlI+j3FOqxH2ZLz2x1rw4eFA+FJ3g2+faztfh4b0N4Ix6oC8kpeySsAgF47zBwsrU7htVeG5UvBIPJRB9vvVuFAOO3TcGECrzv4yx8Qm8e+JncjSseqAvJKXskrAICOepw5WLo74dc9fqpEXXka3dknYNxq4UD4rM/np2XlT/4yCL7/l6/9llmfO3PYry9W7+tOdOM0F0BeySt5Ja8AgMYDhp8Zg6XXE37dkmftn3d0EHyk5C7s0RLxJncxN4blc/z9DuTx9lmL/Duq83Ss6rmqv4z/oZD+d7qbu+JyB3klr+SVvAIA+mg3c8A0qTtBJZs77nV8EBxRflJHKu+G5XzBAPikE1VentA+uXsZzNuxqi9Pea8f5mzQD/JKXskreQUALIh0Ny3nLuZZT5hIA7bc59hPWk7dRWtRPhBOJd353DxhcHa5ev8fawbTJ92V+xSLd6zqRsb73XW5g7ySV/JKXgEAfTTIHDjdbPjzL9YM6sZLetb9Ws/a723DwfD43bWDqo1ynvV/HyffAS0ZmM/Tsao7kbfs311MkFfySl7JKwCgl15G3lGrJYPhNOh4MCw/MgdmryJ/SXaXlB4Te5bytmYwtx2Leaxq7uahV13qIK/klbySVwBAH6WN8j5kDibSEvIrcfLz/JdidBxq7kkR6etu97z9SvZCaFoeR/0eCq9jMY9Vzb2LvOFSB3klr+SVvAIA+molypZRpwHsq2pQlU5HOCgY/B4tBd6pBuF9l+4qlhwZW1J+ZP6hkNrxVyzmsaq7me/7gssc5JW8klfyCgDo+4Aubew4zaXU36uBy8U5bLv9CbdV+gNjNfP1N2Mxj1WN6g+Fuvf90eUN8kpeySt5BQDMi7S0/N2EB3UH1YBlac7bblAN9pu2U/oj5EWUP9/+OhbzWNWo+tTnmsG//QJAXskreSWvAIC5k05y2K0GGaV3NdP3pP0F0p21iwvWbmkZ/1bk78OQlpen0zcenKGtfsbiHas6Lu1VcRjNl+4D8kpeySt5BQD0fnB3rRrYblcDqqOyXf33jWpAsqS5/mi3dLrJvWNtlv7/G9UfG2ddCn4tFvNY1eNSO6b9EJ5Uf4SlP0bsEwDySl7JK3kFAMBMPYnFPFYVAHkFAACdl7tHwXNNBYC8AgCA9qxH/rLzTc0FgLwCAID2bBcMhM9rLgDkFQAAtOdz5iD4g6YCQF4BAEB7LkX+3csdzQWAvAIAgPbsFAyEr2kuAOQVAAC052PmIDid4rGkuQCQVwAA0I7zkX/38rXmAkBeAQBAe7bCsaoAyCsAAOikNwUD4dUFa5uVYdlYwPcNIK/kFQAAHXBhWH6HY1XPDcuVGN2h3Y3REvuvY+99oKsAyCt5BQBA2+5E/t3LvTl4vxdjdMpIGtg+HpZXw/K55o+B9G/ndRUAeSWvAABo28uCgfD1nr7H2zE6XeSfhuWTbgIgr+QVAABtS8utf2UOBn9Gf49VvTEsB8PyflgOI3+p/VF5rKsAyCt5BQBA227G4h6reilGewPkvPcNXQVAXskrAADatl8wEL47p23wqeZ9pzu853QVAHklrwAAaNNylD1Hf3lO2+FdLNadWwB5Ja8AAOiBktM55nmzw8Oa976tqwDIK3kFAEDbPhQMhB/NaRukfQPqNn68pKsAyCt5BQBAm+5F2SkV9+a0HbZq3vcXXQVAXskrAADadD3yj1Q9Ki/mtC1e1rzvJ7oLgLySVwAAtCGdNJGWkP8sHAQflTtz2Cbfat7zQLcBkFfyCgCAaTk/LDeG5dmw/Gg4AB4v6edcGZalOWib9Yz3e14XApBX8goAgElYidFS6bRM/O2wfI76jQyblq/D8mpYng7LzlhZ7VF7bde8x3e6FIC8klcAAEzK6pQGvSVlo0ftdRCOVQWQV/IKAICWpGXS+zMuaz1pq7R/Qt3d3eu6FIC8klcAANC+jZpBcNoQc1kzASCvAACgfXs1A+GXmggAeQUAALPxoWYgvKmJAJBXAADQvpz9AhyrCoC8AgCAGbhTMwg+1EQAyCsAAJiNpzUD4T1NBIC8AgCA2TisGQjf0EQAyCsAAGjfWjhWFQB5BQAAnTSoGQi/00QAyCsAAJiNVzUD4YeaCAB5BQAAs/G9ZiB8WRMBIK8AAKB96zWD4C+aCAB5BQAAs7FTMxB+qYkAkFcAADAbBzUD4buaCAB5BQAA7VsZll81A+GLmgkAeQUAAO0b1AyC32siAOQVAADMxtOagfC2JgJAXgEAwGy8qxkIX6/5/psZXwMA8goAAAql/QJ+nzII/jksy6d8f9pL4HuM9hxY0ZwAyCsAAJic63H63cs3p3xvGiC/r77ukaYEQF4BAMBkPagZCG+d8r0vqq/5GKff5QQAeQUAAA28qBkIr53wfY+qf09Lzq9oRgDkFQAATN7nUwbBX0/4nu2xr9nUhADIKwAAmI5fpwyE3//l69NS9KPNIfc1HwDyCgAApue0Zec/huVc9XXnh+X5sUGyfQIAkFcAADBFPzIGw2nQO36n80s1MAYAeQUAAFP0oWYgfLwcDsslzQaAvAIAgOm7XzAI/mwQDIC8AgCA9izH6Sd1pJI2d9yNf/cPAAB5BQAALVkZlqcxOk51fACc9gZ4MiyXNREA8goAAGbvwrCshruVAMgrgGL/B8fMXaZAUGXcAAAB4HRFWHRNYXRoTUwAPG1hdGggeG1sbnM9Imh0dHA6Ly93d3cudzMub3JnLzE5OTgvTWF0aC9NYXRoTUwiPjxtc3R5bGUgbWF0aHNpemU9IjIycHgiPjxtZnJhYz48bWk+ZDwvbWk+PG1yb3c+PG1pPmQ8L21pPjxtaT50PC9taT48L21yb3c+PC9tZnJhYz48bWZyYWM+PG1yb3c+PG1vPiYjeDIyMDI7PC9tbz48bWk+TDwvbWk+PC9tcm93Pjxtcm93Pjxtbz4mI3gyMjAyOzwvbW8+PG1zdWI+PG1vdmVyPjxtaT5xPC9taT48bW8+JiN4MkQ5OzwvbW8+PC9tb3Zlcj48bWk+aTwvbWk+PC9tc3ViPjwvbXJvdz48L21mcmFjPjxtbz4tPC9tbz48bWZyYWM+PG1yb3c+PG1vPiYjeDIyMDI7PC9tbz48bWk+TDwvbWk+PC9tcm93Pjxtcm93Pjxtbz4mI3gyMjAyOzwvbW8+PG1zdWI+PG1pPnE8L21pPjxtaT5pPC9taT48L21zdWI+PC9tcm93PjwvbWZyYWM+PG1vPj08L21vPjxtc3ViPjxtaT4mI3gzQzQ7PC9taT48bWk+aTwvbWk+PC9tc3ViPjwvbXN0eWxlPjwvbWF0aD5IhfS5AAAAAElFTkSuQmCC\&quot;,\&quot;slideId\&quot;:312,\&quot;accessibleText\&quot;:\&quot;分数 d t 分之 d 结束分数 分数 偏微分 q 有 点 在上方 下标 i 分之 偏微分 L 结束分数 减 分数 偏微分 q 下标 i 分之 偏微分 L 结束分数 等于 tau （ 小写 ） 下标 i\&quot;,\&quot;imageHeight\&quot;:59.52},{\&quot;mathml\&quot;:\&quot;&lt;math style=\\\&quot;font-family:stix;font-size:22px;\\\&quot; xmlns=\\\&quot;http://www.w3.org/1998/Math/MathML\\\&quot;&gt;&lt;mo&gt;&amp;#x2211;&lt;/mo&gt;&lt;mfenced&gt;&lt;mrow&gt;&lt;msub&gt;&lt;mi&gt;F&lt;/mi&gt;&lt;mi&gt;external&lt;/mi&gt;&lt;/msub&gt;&lt;mo&gt;+&lt;/mo&gt;&lt;msub&gt;&lt;mi&gt;F&lt;/mi&gt;&lt;mi&gt;inertial&lt;/mi&gt;&lt;/msub&gt;&lt;/mrow&gt;&lt;/mfenced&gt;&lt;mo&gt;=&lt;/mo&gt;&lt;mn&gt;0&lt;/mn&gt;&lt;/math&gt;\&quot;,\&quot;base64Image\&quot;:\&quot;iVBORw0KGgoAAAANSUhEUgAABhgAAADtCAYAAABNnX8RAAAACXBIWXMAAA7EAAAOxAGVKw4bAAAABGJhU0UAAACe15Ms3QAAPc9JREFUeNrt3S1wFUu3MOAlEAgEAhGBiEAgEAhEBGILBCICgUAgIhAIBAKBQKQKgUAgEAhEBAKBQCAQCAQiAoFAIBAIBAKBiEAg3m/3zc53Qkiye/7/nqeq69a9l5NMuntmVvea7o6o18q8rCpKwwUAAAAAgJG5NS//U5SGCwAAAAAAI/Q+TIArEgwAAAAAABR0el6+hklwRYIBAAAAAICCLodJcEWCAQAAAACAEh6HiXBFggEAAAAAgIJOzMvHMBmuSDAAAAAAAFDQhXn5FSbEFQkGAAAAAAAKuh4mxBUJBgAAAAAASngZJsUVCQYAAAAAAAo6PS/fw8S4IsEAAAAAAEBBa/PyJ0yOKxIMAAAAAAAUtBkmxxUJBgAAAAAASngXJsgVCQYAAAAAAApanZed6HaC+sO8bCh/lTuxu8Iklefz8mpetuflR0gwAAAAAADQExvR/ST1Fc2Q7cS8XJqXG/PyNHYTD79DggEAAAAAgA5sRbcJhu/zclozlHYydpM0T+bla0gwAAAAAADQklPz8iW6TTK80wy1uTwvz6Kd7a8AAAAAAJi4tO3On+g2yXBPM9QqrQq5Oy8/Q4IBAAAAAIAGPYxuEwzpLIFLmqF2KdHwNCQYAAAAAABoSDpA+EN0m2T4EbtbNlG/dE7D95BgAAAAAACgAWej2S11csqL2E12UL+0mmE7JBgAAAAAAGjAenSbYEjltmZoTErevAkJBgAAAAAAGvA8uk0w7MzLOc3QmLq2wwIAAAAAgL+kcxC+RrdJhq/hPIYmpe2Sqp7JAAAAAAAA/7gQuysJukwyPNUMjbo6L39CggEAAAAAgJrdi+7PY7ipGRr1OCQYAAAAAABoQF0HAlc5j2FVMzQmbUP1IyQYAAAAAACo2cq8/Ipukwzb83JSUzTmTkgwAAAAAADQgOtRba9+5zH024l5+RwSDAAAAAAANOBRdH8ew7pmaMyNkGDou7SaaHVJOauaAAAAYHDOZoz5V1QTMGRpi6Iv0W2C4ZeHaaOKti/t2Yjlq4jS/18SDgAAAIYnffi5s2Tc/3vx7wAG63zGw67p8i52t/ShfrdDgqGP7sfy5EJKvq2pKgAAABisK5E373ZLVQFDVnQSuonyWDM04nQUO9Cb5t3LaIf0BYPkAgAAAAzf1cg7B9VKBmDQ3obzGMbqVUgw9MVGRlDxexF8AAAAAOYDAAbhzLz8jG4TDOn3O4+hfldCgqEPfLEAAAAA02VHA2D01qP7VQxpJYXzGOr3PSQYujSLvD0Xb6sqAAAAGK3NjLmBtNX1RVUFDNVWdJ9k2NQMtXsaEgxduRB5q4MeqioAAAAYveexfI4gfSi6qqqAITo1L1+j+ySD5WD1yl2dQr3SIdufM+r9XVi5AwAAAFOQxv9vYvlcQZpPOKO6gCE6H7t7vnWZYEiZ2tOaojYpcfQrJBjalnN4+hd9HQAAACYlzdPkfJD4PnyQCAzUw+h+FcMbD9FavQ4Jhr7dQ+lchvOqCgAAACYnzQfkfAz6SFUBQ5Qm9j9G90mGe5qiNvdDgqEtN+flz5K6Tv//q6oKAAAAJittab1s/iCV66oKGKLVefkRzmMYiwshwdCG9AXCTjjUGQAAAFjuceTtgLCqqoAhuhrdJxicx1CfZQkjqkkrf7Yz+vSneTmpugAAAGDy0vxAmidYNpfwQVUBQ/U0uk8yvNIMtXgVEgxNyv3qwLkLAAAAwJ6Lkbcbwn1VBQxRWj3wPbpPMtzRFJU9CAmGptg3EQAAACgrnUO6bE4hzTtcVFXAEF2KvMnTJsuOh2hly7a8opwzkXdeyZaqAgAAAI7wPpbPLXwJ2y4DA3U/ul/F8HVeTmmK0s6EBEMTnmf03V+L+gcAAAA4TNpSOWerpE1VBQxVTibVeQz9dtx2VxQ3i7zVPRuqCgAAAFjibuTNj9nlAxiklXAew9C9DgmGupyI3aWJy/rr+8W/BQAAADhOmj/4FMvnGrbDXAMwULPox3kMFzRFKc9CgqEuuV8VrKkqAAAAIFM6QzNn7u2GqgKG6kV0v4rhcziPoYw7IcFQh7Qv4u9wsDMAAABQv6eR9wHuiqoChihN7OdsDdN0ea4pCjsXu4cBHVbI9yqjf6YExFlVBQAAABSUEgc5Bz4/VVXAUF3IfNA1XSwHo22XI2+p4kNVBQAAAJS0GcvnHtL8xDlVBQzV7eg+weA8Btq2ndEvf87LaVUFAAAAlJR2EPkey+cgXqsqYMjeRvdJhk/zckJT0IJrmX3yrqoCAAAAKsr9uHdNVQFDlfaE+xXdJxmeaQpa8DGjL34NCS8AAACgujS/kHZJWDYX8UpVAUOW+1V302VdU9CgWWY/3FBVAAAAQE02w1kMwAQ8i36cx7CqKWjIh4w+mPZGtHoBAAAAqEs6i+FHWMUAjNzJyNs+xnkMDNGlzP53T1UBAAAANXsYefMSq6oKGLL0ENuJ7pMMjzUFNXuV0e/S1wSnVBUAAABQs3QGas6c21NVBQzd/ejHeQxXNQU1WY3dvQyX9bmHqgoAAABoyPNYPjfxe17OqCpg6N5F9wmGtBf+qqagBk+9wAEAAICOpUOccz6A3FRVwNCdjrzDZ5ou6VBe5zFQtS//yuhrW6oKAAAAaFjOR71pHuOkqgKG7kr0Y6ukTU1BBXcy+9klVQUAAAA07HrkzVNsqCpgDHK2lmm6pKVjlzUFJX3J6GPbqgkAAABoQdqp41vk7eoBHH8vXZiX9Xm5Ny9PYneHkr2SzjxJZw1fm5fzYZecThtqO7pPMvwM++NT3KXM/nVHVQEAAAAteRB58xUrqgr+ku6JNI/3el52otj8cvr3b2I36bCqKtu1WqLBmiipA8g0UcTzzIfLaVUFAAAAtCRNkuYc9vxAVcH/SasU3s7L76hvx5y0ysGW6S26E/04j8GX5uRKyaicw51fqapKNmL3nBRlt1zQJQBALCQWAiDD+4w5iy/hY1umbRbN766TEg2rqrodL6If5zGsaQoyXM3sUzdUVeMB0ZSKzDcAiIXEQgDkyD3seV1VMUFpt5FXGffHj3l5FLuJiP1biqWt9tMcctoOKed81rTDyS3V3rxTkXcITdPlSziPgeVyH0KnVFUlzxbPhd9hQJ0SoCd1CQAQC4mFAMiQnpk5Oy88V1VMTEqq/YzlCYGUPMid10sHPX/NvN/MFTZs1pPg9bWm4BinIm8vw2eqqvbg6NLiof04dvfG+xPTGVR/1gUAQCwkFgKggGcZz9eUhHB2JFNxJyN+SjFHmW0Z03ZjTzLuuU/hgPXGPQrnMdBvNzP70BVV1bjVeXk3kUH1I80NAIiFACjgcuYz1tYtTEH6QGNZciFN/lfd2eZBxj33PZzL0KiU7fnQgwA2LYW5qDk4xMvI+wLAEu72nhkfa7jn09YD6SyYlFy8ugjEzi0e+DklPS9msbvUbmMRoG3G7vK3N4trrLK9wXVNDQCIhQAo+I5YthWMnTyYgseRt9X5Sou/L62UsF1Sg1KAuhPdJxm+amgOSMsGc/YwfKmqWnUrqm+LdraF60zPk7XF9b4seI3nNDMAIBYCoKAXkZdk9pEkY5WzLVIql2v+va8zfuc7917zjd+HpbgOu2G/25n95oaqatWswj3+IbpLJKaBfFruvyyhmpJaJzQzACAWAqCg65nvg3VVxQilfp2TXNhs4HevRN4H9I81U7NysqxtFMtx2fMmo7+kB5cDkoYzqL7ag+tPhwd9i+Mz2gAAYiEAikpJ5Jwt6nxgy9ik+CJni7B0HkJTqwhyV5k6B6Xhh+DX6Md5DOc1x+SdjLzM4wdV1bqrUX6v4b5sg3bxmKDvqSYGAMRCAJT0LvImWa0WYyxSfPMlMx662fC1fI68uWfbQTboSuQtZWm6pEPJ7ImlL+b0lbuqqnVlt1R727O/Y7Ojlx0AIBYSCwGMV+52z2uqipF4nNnn0wrKphNruduUvQ9JvkY9jH5sleTLmWm7n9lPrHbp74vjYLnXs79j5YjrXNXEAIBYCICSzmW+Fx6oKkbgUuRtC9bmR8Kfox+rKSbvffQjyXBNU0zWh4z+8VU1deJtyfv5Yg//ls/6FAAgFhILAdTsR8Z7YVs1MQIfo39bRd7NvKYf0Z/tK0cpZVt/RT/OY7An1vScibytul6qqk6UOavlS0//lpcHrvOV5gUAxEIA1Px8PWrC1fbgDNnNArHQ6xav62zkHwHwSDP2p5M0WVJG155Y03IjnPreV6ej3Dktfd3y7FlYogoAiIXEQgD12sh8P1xRVQxUmqst8tFF29sRfYj8lRVnNWezXkQ/kgwC3Wl5lNkvPAD6GyQdLNd7+vdsHrjOdU0MQI3SXv3flpTrqkksJBYCGJ2Lme+Hx6qKgco9THlvEv90y9d3t8D1PdSczUr7UJVZAlx3SV8JXdYck+H8hf56VuL+7eJFUnZQLWkFQJ22Mt6TG6pJLCQWAhilnYx3xEfVxEAVOb/3XQfXd67A9aVjApzF0LB0GniZZcB1l3TwxormGL0TkXf+h/MXuvG5xL37tsd/z+aBZwwA1EmCQSwkFgKYrpyPJ53DwBClFTpF5orvdHSdXwpc413N2rz70Y+tklJ2TEZp3GaZfcFgvH1FDsnZX+71+G96uu86tzQxADWTYBALiYUApit3Ls2OHQzN84KxUFcrJJ8UuMbPmrUd76IfSYbnmsILeF7Oq6rets3BcrHHf9PL6D6jDsB4STCIhcRCANM1C19OMz7pw+9fkR8Hfe/wWm8UjNnWNG/z0vZEP6IfSYabmmO0Xme0/8/Y3UqJdr0vca/+HNDf5EUCQN0kGMRCYiGA6UoTsb/DFtCMy7WCsdCrDq91teC1PtO87ViPfpzHkA7K8QX7OH2Pfh4OIzDKC4wOlr4vtU/Jys3YXRll+zUA6ibBIBYSCwFM23bGu+KLamJAXhWMhR50fL1FV1v4oLklz6Ifqxg+afTROTeQh9MUXSl5n15XdQBMmASDWEgsBDBtOXNo6UNeSV6GIM3D/iwYC806vua3A7veyUin23+JfiQZNjXHqKwbqPXWw5L36BlVB8CESTCIhcRCANN2J/N9cUlVMQCXBhgLPSl4vY80c3suxO42RX1IMlzRHKOxmdnmq6qqdZ9L3JsfVRsAEyfBIBYCYNrWMt8Zt1UVA3C/YCz0owfXvFHwmr9p5nbdiX4kGFJnXdEco+CA5366UPLevKfqAJg4CQaxEADTdirznfFUVTEAbwrGQts9uOZZiRjurKbud8dqqrwPk85j8DV8CdZHZZOJlngCMHUSDGIhAPgWefNa0Hc/CsZCz3twzSslYrgbmrpdZ0p0riZKOrBDgmHYcm/4LVXVutcl7slfLd2TKau8qokA6CkJBrGQWAiAnENmf6smeq7Mis6+rOYsus2/FUUduBzdJhfSfqinNcPgrYWl5n10YjFALnpfvmjp+p7vew4YXAPQNxIMYiGxEAC5h8yeV1X02K0S8dD1nlz7lxje1k6T9Ci6SS78CUuPp/aguqqqWnW15L3ZxnKytOrld/x3CI9VTAD0jQSDWEgsBMBG5rtjXVXRY09LxENrPbn2tzG8w6knKQWzn6L9BMN1VT8auRn9c6qqVc9K3ptnWri2l/t+3xNNBUAPSTCIhcRCAFzMfHfcVVX02IsY7mHJz0tc+4om7+6BuRPtJRcE0eOSs7dtW3vZ8p9vJe7NNg7iTlnwP/t+50VNBUAPSTCIhcRCAJwO81wM38cSMVFf5vA2S1z7NU3enZsHAt2myvt5OaW6R+VzTwZr/Ge15P35sIVr2973+75oKgB6SoJBLCQWAiD5mfH+eKea6LGiH5X/6tG13ysRz93R5P0fSFUp38Mylak+qF6pplZtlLxHm95jb/3A73usqQAYcFy8oZrEQmIhgNHL+frbvu/01dkS8dC3gcd0zzR7t9LKgi/R3KHOV1Tx6Kxktv8jVdWqtyXu0fRVRpNL4M7Ev1sVrGkqAHpKgkEsJBYCIHmZ+R45qarooUslYqLtHl3/eonrf6PZu3c5mtkqyYE347SW2f63VVVrUlDzu8Q9+qLlgf63cC4HAP0lwSAWEgsBkDzKfI+cV1X00I0ot719X1yOfp6pRYaHUW9y4bUqnfyD6qqqas2s5H16vcFreh6WrAEwLBIMYiGxEADJ7TDvwXDdiWHP454rcf22LOuRMieMH1bSlktnVOdo3Q+Z/L7ZLHGf/m7oPk17/b054nfaMg2APpNgEAuJhQBIroadGw6TEvPflEqlja0Sy8RFWz3qZ2XOkPifx1Z/PIjqyYUUqJ9TlaP2LOxF2DfbJe7VdzVfw5nFS+yoA8BTNtmWAAD0mQSDWEgsBECS+wX1w4nVy0Y0c4brlMqshXZ6FsNOMETJuj3l0dW9dADI7xpuFPvuj9+rjH6wo5pas1ryXr1f4XeenpcLsfv1QgqoPsTyc1yeaioAek6CQSwkFgIgORPDnJRt2kZIEAwhwbAV00wwrHp0dWtlXn7WcJM8UZWTkLOV1mfV1PsXfMpob+4raXD8fPFS2V/S133vFwPntJxvp+Tvu6apAOg5CQaxkFgIgD05z/v3E6uTsu9cpd0Ew+sS19W31Th/SvwNdtTp2PsabpC0LNmS32n45iU7uMmQrksKzGyZBcAY3qkbqkksJBYCmISvGc/3rxOrk42QIBhCgqHMPO9mz/ra9xJ/w2WPre7Uce5C2k90RVVORs5WWi9VU2u+Rf9foFuaCYABkGAQC4mFANiTM0n7c2J1shESBBIM/Y3vZh5b3Ugnl/+peGOk//6KqpyMlcx+8UhVtXYPD+EFektTATAAEgxiIbEQAHteZD7jp7Sbx0ZIEEgwtEOCYSDORz3nLphInpYLmf3inqpqxeYAXp5pxctpTQXAAEgwiIXEQgDseZr5nD87oTrZCAkCCYZ2SDAMQMqufqrhpngTzl2Ymllm3zD4bkeZl0bax241dr/4my3KzUWbpXI//j7wcH9JB7m/WPze35m/z3ZZAAyFBINYSCwEwJ7cLcUvTKhONkKCQIKhHRIMA/CkhhsiHWTjS5zpuZHZP66qqsadLDCw3V+e13gNaXu07SW/77amAmAgJBjEQmIhAPbcCpOaB52K3SS9Ur6cbKGdJBhoXPo6p+q5CymQv6QqJ+l2Zh9ZU1WNm5W8f2+0OCGTnjVnNBUAAyHBIBYSCwGwxweWDNWbmGaC4bKmb0c6d2Enqq9e8BXOdG1m9pFVVdW4Z1HuUPYmVh6lrxi+xuHbqAHAUEgwiIXEQgDsmYUtohlvTDvGBMM5Td+8FPR+ierJhbTnqHMXputRZj9ZUVW9fNh+aPB6HofDvgEY/2DMJIJYSCwEMA1r4SNcxhvTHiyPe/Y3/CzxN6xq+ua9iOrJhXQw9ClV6SGVUWjWasl7+EGD13Tbwx2Agvq2j++rjHfpvZ5d81Q//BELAdCXd82mqqJnHpeIkbZ69jeUifNOavpmPYjqyYW0tdJ5VTl5OYmqP6qpcRsl7+OLLV7Te80EQEPvM8UEtlgIgKatZL5bHqkqeqbMPPDQEwzmIht2Oaof6pzKuqpk7l1GX/mumhr3ssQ9nLYRaPIrx4ODalsCAFD03aFIMIiFAOiTIU7Mws0YdoLhVInrNxfZoHSA2dcaBi5PVSUL7zMHbzQnLfn6XeI+ftnwdd078PuseAJgmY2QIJBgEAsB0F8SDAzR5RJx0pseXf9q9Oucrcl7FdUHLWlC2aHO7JFg6N6s5L280fB17T8A/KNmAiDDRkgQSDCIhQDor5wdQV6oJnrmbJSb/+2LtRLX/1qzN+NJDQOWH4tOCXtyVsTIGjZrs+T9fK7h69q/VYEtAQDIsRESBBIMYiEA+utbDGtiFpL0oXjR7fK3e3T9s7D7Ti9cjernLqT//rKqxMu1d96XuJ8/t3Bd+5NPFzUTABk2QoJAgkEsBIA5EGgyLsk9q6ovypwh4eOOmqVT7n/WMFjZVJV4ufZOWlFUJnnYdCb39L7r+qKZAMi0ERIEEgxiIQDMgUDd3haMlXZ6dO23S8R6NzR5fdIp2x9rGKiksxucu4CX63gmYmYNX9eVkJwEoL33mjLdBINYCABzILDcsxLxUl/mgjdLXPt5TV6f5zUMUtIXN6dVJUf4ndGHXqqmxmyVuKdTm51scbA/00wAZLq+GLj3pexkvFd/9uyap3ZemlgIgDZtR948GvTNRvTvvKpcT3sY601qgFY1uZAGVRdUJcfI6Udbqqkx30rc129burb0IroVVj8BMFw5k9cbqkksJBYCmIycc3++qSZ6aK1EzNSXs3jfFLzuj5q7vmD2V1RPMBgwsYwEQ3fOl7yv76s6AMgiwSAWAoD9JBgYqrSNfs4uJH08x+Bzweu2k0pNHeZTVE8uPFOVZJBg6M5myXvbPnQAkEeCQSwEAPtJMDBkRc/p7ctHGTsFr/uOpq7uVVRPLqQEhXMXyCHB0O/A5mD5EZbpA0AuCQaxEAAUffdIMNBXLwrGTX2Yz1spEe/Z7r+iO1E9uZAOqjurKskkwdCNdFjN7xL3t2ViAJBPgkEsBAD7STD87WLsrihUypfVFtvrVsG4absHfWwWPiZpvcLLBNkHy3VVSQESDN1YL3l/31B1AJBNgkEsBAD7STD8bSOqz0NOvcxabK/VKD5ZP7Q+9spjqrx07sL3Gjq1A88oSoKhG5sl7/Ezqg4AskkwiIUAYD8Jhr9thATBkBIMyXbB6+t6l5snBa/3tsdUs4OfZeVdWEJCcRIM3ShzkPu2agOA2mPsDdUkFgJgMiQY/rYREgRDSzBsFry+9QHcc3vlTzhTuLR7NXTmtOTF1zyUIcHQvtXFQ7Poff5Q1QFAIRIMYiEA2E+C4W8bIUEwtATDhYJx1GbHfazIcQBvPaLKmZUMrg9mdy6rSkqSYGjf7YG8tABg6CQYxEIAsJ8Ew982QoJgaAmG5HOB63vTYf+6ULAuxeUlrMTuyoOqHdneVFQhwdC+5yXu859hCzQAKEqCQSwEAPtJMPxtIyQIhphgeBjDOOi5SP/aid0ziikgBccfaujErwTaVJSzVOmlaqrV95L3OgBQjASDWAgA9suZi/s6ofrYCAmCISYYzkexHXEu9DgWF+tV8LSGDpyyridVJRV9y+xr1ONSyfvd5AcANDOo8Y4VCwEwHV8z3jkfJlQfGyFBMMQEQ1Lk8OQHHV3jzwLXeMXjqZjrUf3chbS85ayqpAYSDO16WPKed4g7ABQnwSAWAoD9zIH87fIiXlLKl/Mdtd2NAnHUdgfXt1bg+tKZEnboKSB9sVPk9GxZHbxcx+Vjifv9i2oDgFIkGMRCALCfORDGIu1qU+Rs37Y/VH8SVqo24tQiOK6aXNhUldTI8sB2H/5lEoyPVR0AlCLBIBYCgP0kGBiTewXiqbstX1vumVs/whEAtQ9wlpXXYckI9XLAUXuulbzvL6s6AGgs/t5QTWIhACYjJ9H9UjUxEKfn5Vf0b5ukItsj3dOM+W5F9eRCyrI6d4G6vc/se7QzyXGwpBeFpCIAuc4tCvnv3g3VJBaa8KTE+uIeSBMBvh5Ev2cKsUbOu2dLMzMgRc63Wm3pmp5lXk9a5XBKE+a5MC87US25sLP4OVA3CYZ2pIHxjxL3/ltVB0DGQP/OvLwLy/oPkmAQC3H0ZMTvQ2L+q6oG/Z6RxxoSDIxNmqDP3Y7oSQvXcyby58HF4ZlWIm+P+2XltqqkIS8z+t9v1VTZ5ZL3/gNVB8Ahg4grsTtRctg+whIM/5FgEAvxr+dL4v4rqgj9fvLSyo7ZCGONlcx3zyNdgIG5ntm3fy/ugyblrqj4FFapZnsb1ZMLL1QjHQ+8/6eaKnsS9hwGoLzzsfvByftYvnewBEOxOGdDNYmFJiRn6940mWi7AvT7acYaqa7SHNSyr4+HGmusZr57Nt02DNDLzP79uMFrSMmLnDMh0njmkibLsxnVkwufY3ePQNqV9mKcHVJWRvi3Ps7si2d0i9JORf6hOweL+x9gmtIAeGMxyP9Z8N0hwfAfCQaxEH/7kFnv66oK/X4ysUZa3fF5IrHGpcy/747bhoHGWzm76PyJ5s5RyU1y3NJcea4vGqxKcuFXtHf4Bn/fkEe13Ri/oNqMfh0EM0a3KzwHAJieNMhftkpBgiGPBINYiL/lPltsTYV+L9YYY6wxC/vCM24pcZBz/sF21L89UTrPJmcufCtsjZTdmGW/0NlfrqvKTlw5pk3GuGTyTmZ/tHSpnLTy40eF58BZVQgwOZ8XA/cXiwD8VeQf3CbB8DcJBrEQf8s9dPG+qkK/F2uMMNbI3afeKi6GLM1r5iQQ6zzw+WzmMyStKDupiZZLGZjtqJ5ceKwqO7N5RJt8HenfuxESXk16WfFZcE8VArBwN/K+CpJg+I8Eg1iIv73PrPeZqkK/F2uMMNbY0BeYiPXMe7mO7cDSdpY526ylQ51tv57pVVRPLqQEhWxO/4KPVyP9e6+F/dGa8qyG50HKOl9RlQAs5EyYSzAUq68N1SQWmpCc2D9NEti6AP3eu3OMscbdzHfPRd2AEZhF3qqCBxWef2kXn5xzH9LKBcmFTLlbzRxXvqrwTp2Mo5cRPRzp33wxs29u6h7Zfeha5B8kllveLH6u5CPAtF0NCYa6J0k2VJNYaGKOS/ykrX5tjYp+L9YYa6yxGc6gZFrORt4qrrdR7ODnlJBICbucLejS8/eUpsizGvWcu7CmKjs1i+l9wX82s28+0T0OdSF2v6pLCca0f+WPqHcwfdhXfOnl8HzxML+xuIbTmgJgEk6HBEMREgxiIQ6X+n3aqmBv+4Q0QfAyTKqh3zPuWON55rvGahbGJPXnx7F8y6Q/i3tk7Zh7ICUK0vxozqqFn4s4jUypcr/UECxvqsrOPY5pHnKcsy/ba93jUN8aHkR7fjC1wGdDNcBSyyZwJRj+I8EgFuJ4aSJxNawMYVpxoH4/3VjjXcb75LvmZ6TSBxm55wb/iH8Pgv8YeYdH/178NyuqvP6BS072V4a0e0ftTfZn5MFH7n5pGFRDk54u7img2rtHgqFYnL6hmsRCgDiQScQa5j5g9wDonGRb0ZJ29nkUuzulUNDtGhogrX5w7kL3zsXxBz6NWc5+bII9oEk3PWtg8oP+JkgwAIgDEWvsydm94YXmZyLSiobNqPaxSNpqLp3fkLattF1lSbPMh9OyZSNOp++HB8e00/OR/+2vIy8TCdCE9IXDDwNLmPygvwkSDADiQMQaSc7ZEs6fZKrS9v9pZUOaG32+uMc/LZ4FeyX972n+MG0vn87emoWt5mqp+O9RffWCwy764/Mx7XRn5H/7k8z+KhsJNOFtWC0FUx/0N0WCAUAciFgjuRh58x53NT/QljdRPbmwpRp748KStlob+d9/P7PPntdVgJrdC9uxgUF/cyQYAMSBiDWSK5E373FT8wNteBTVkwvp0BjLSIbTpmM/oORGZr+9qqsANUpLMP8YWIJBf4MkGADEgYg1YvG+z5n3mGl+oGlXovq5C2lrpRVV2Rsn5uVnHH/2wImR18FaZt+9rbsANVmJw7caNLCEaQ76m3IrdpMMx5XLqglAHMjoY43NyJv3WNX8QJPOxH+HDzl3YTyWfb3/biIBXk7ffaS7ADVISdvtI54zBpYwzUE/AOJAcaBYo0k5qxr/xPg/MAU6fgnWce6CCdr+2V7SZo8nUg+/M/rvS90FqMGrY54zBpYwzUE/AOJAcaBYo0nL5n5S+aLpgSY9ierJhfQAlgntl1lYcbLnS0ZdbOsyQEUPlzxnDCxhmoN+AMSB4kCxRpNydiR5q+mBpqSDbaueu5AeZGdVZe+8z2i7qezLm7NC56cuAzQ4qDSwhOkO+gEQB4oDxRpNORl5c3fPND3QhLQ3/c+ollxIW8+sqcremWW235mJ1EfuKp3Tug4TkhLDV+bl5rxsLMrNxf/tjOopZDPzGfNN22c7F/mH0K3s+3tSuRD1raqcLa6liPQuuTQv1xd1e33xc1Z61m9PLf622YG+sHe956Ob1akSDECT1lp8Ho/5HbJn9ZCYYn1xzVOJKYYQB17qqA+JNdpxIbMP3vMKAJp40H+M6lsj3VKVvZSzeuHrhOpjI7M/z3QdRiwNrO7G7nZgOcnl7/PyYl6u1RT4X9w3qKirXD3k91yu+DOLrOxKkwBFzjD6WeA6VkbU9kVik4198cnmkn9/bfE3/TniHbde8jrSYPfRvsHnVoFrP+p69m/Hdz+6SWifWNTZ1qKOc84n+jUvH+blQYHJGYN+oG/OL94pXzLfL1V/V9F3yJnFuLrP75CDMcXHzJji87w8Xbx/2p7vaDqm6HscmNrq3qIN/jTc78Ua3bqR2Qevex0AdXse1ZMLW+HchT66mdl+LyZUJ5dDwozpSl/qvYtq2+H9WAwmqzzzN2t47+QE/1s1vNtyrGcMTqqU2YjaPucZ/XwxwNz/u48aCK9EXiL9f4t3Yu6EUJq0+VSwT5xeXOdOwXr9Hu2tAD27mOz6UbFP/lm0U9PbYkowAHU9+9Jz/bCDTzdr/l1l3yEnF//drx6/Q/a/q6vGFGmi+/ZIYoq+xoF7yar3h7TVZsP3m1ijOw8y6/dcANToVg0vvE+LgIh+SRMdudteTWl53KnMOnmqCzEiq/PyKqqfs7O/pC//Lla4njRYSl/YPCsxmN4/OE373F474lrOL37H08UAPOdnflz8+43Ff58zeP0dzQ0qqyYY+tb2Rw3o06TK12N+5+YR77kiKzB/LN4Bh7mw+B0fltTVUZND1yoOpP9Es4ntU4vB/mF9dWfxd20s6mF18T+vLwb2xyVMfkb51SFTHPQD7Tm5eI69XvJc36zhd1V9h1wtEKd08Q7Zc66BmOJz1DvRmWK3ByViirOLaykaU/QtDjyx6E8vl1zXZgP9Q6zRD68ib6WID4SBWl++Rb+yc+7CcLwo0I43JlY3OQH8O12IkbgahycbdxaDj834bwn2ncXA4H3mYCn9m7s1XOOZKL6a7k3BwHjZZPTbKDdp/qjhQWWVBEOf235vu4Lc37dZsD2PKuv7Jp7SvsopQfWpwGTJ1iF/x9Ma27qJ5eqXjploeRzLt9c4kxFTNLXMXoIBKGJvcrXIxwubJX5PXe+QWDyH65qwb3LLk/Uj5g7qiCl2otoE8pnF7/yQWZeHxRRfSsYUfYkD05zMk4b7vVhjGHL68kevC6Aup0q+RKc+MT0UNwu244WJ1c/byPsqBYbu7iEDrV+L//uyQP9sgUHvg5qud7PAc+t2iZ9/1CBwI+r/imfZEvtvE2z7vb14X0bxVSubB37O+ygXtzxYTAiUXTWzdWBC4l3Nkwjpuuo8c+PqMZM7d2u6f/YSTlcN+oGOpMnVIqsVq0y01vkOeRP9fofsud9CTPE7iiUZTizitxRT7FRo85MVY4ou48D0wejDKLc902aN/eOaWKM3Tkb5ZCdAKS9rCGAeqcZeKroyZSemtzxuM7NuVnUnBuz+EQFy0X1M1yNvormuA/tyz014UuJnH/bFe1OJ8i4TDH1s+4sVJmQODoSrrBh4sGjzj4tYKPW3t5G/vcHWvomhwz7USF9Ppm0H01d2s0Udpv99u8A1PmthwL9d8t1/3N/xs4GJLQkGYJkPFce0mwV/X13vkI89f4d0EVP8ibwkQ50xRZV5kS4TDG33+6OsiTV6ZS2z/ae0RTbQoDrOXUgvNOcu9E+ZLSM+TLCermXWzTVdioG6ccgg7n2F53bO8u+UrFyt4drTCruvGb/vZ8FBy7WWg+uuEgx9bfs04ElfaqavGNPqk43YTRLlTsrsDYRvH6jDtCXC3lkbOV/wbRxxfWlpfs7ey1tHvGufx/IzO65lToj8qWHwfHLJfVR2e6srS679sUE/0LI0Gfli8Z64tXjOP452t4oZ2ztkKjHF/uTJl0X/OVdDTNFGHLi96E8POuz3y2J2sUZ/5/quBkBFa1H9EKLv0czSS6opux/1FA8zPptZNw91KwZoFv+uYvoRxb802+9k5G07kALwOlZEXY68lVg3Cwz8Dx7A+yGaXb3VRYJhiG2fu0pi80AM8yL+PbA5/e/HbYH3O47fymE94zpeHmjb74uBcK6LmX27avJrM+rfYmzPcVts/orl22VMddAPtCv3ebtZ0+8r+w653MN3yBRiitm+f9tETNHVhyZt9vsHYo3eyT3T7oxXBFBF7lehy/ZGvKgqe6dsciGV+xOtMwc9M9ZnwWHP+Tq+UtnMfKbUteVQzldu3zIHoAeD7Z2KA+QcbQ8sh9z2LzJ+9uN9f9+TY9r9RBy91/OyhNTJKHbQZkpSlfng4n7Gz/5Usc2WxXtVEuivWnoGjG3QD7QvZ/ubzZp+15jeIWKK6jFFl1tlttXvP4k1eidnJZWzJoHKXkf1rZHuqMbeuRjVEkfr7ofatmCBrj2L5rZBW8kcOH+u6felpPiXqLb/bcThX7PdaKEt2h5YDrntb0feBw7/Wzy7c57LabXD1qId0kA7d5VB7kGJb6P8FhGnFu+XZb/jVMmfn7NK702F/rDsi8U6ty6QYACquBftJRiKvENe9vgdIqaoJ6boMsHQRr8/ndGOYo12nSzw/AEoLedLh7YPjKKaE4t23anYrlPd7upeZv1c0NUYiItHBPp1JobfZ943l2r6fWsZg5e0TPqo1Qhp+e/3QwY7bSQO2xxYDr3tL2X+7J/R/JLunIM0n0f1c6hyvrC8XPJnX45mv17baHHgKsEAVHE92k0w5LxDntUQhzT5DhFTDC8O7KLfizX650pm338QABUmaKqeu5BeDqdVZW+k5alfonrS6OeE6zD3BXxTd2MgDltKvFPzs/tB5n3zpMbfuRV5X5Mf5skh77K2kqptDiyH3varmT/7Vg/a7XvUk6C61eDfu5bxs/80OOivcyAuwQBUMYt2EwxjeIeIKYYXB3bR78Ua/ZP7AeXMqwEoYzXy9ppftoRwTVX2QkosvIvqiQVnDOx+fZqTeHuu2zEA5+Lwr83qvsdzvlZK5WuNvzP3/KAbhwyuDtbJlRbbpK2B5RjaPmcy4GdUXzXQp3a7EM19YZYmr34t+dkfGxz0bxv0Az0xi34lGPr+DhFTDK8vdNXvxRr98zbykj4+HAZKPfRzDnlZVq6ryk6lZaoPo/oB3YeVpxOv25xlzF90QQbgaUv3eJEDDOs8RPlK5G2VtLr494clJV633CZtDSzH0PY5kwFbI2u3nHMSqrThkyWDy1mDg/46J00kGIAqZjHOBENT7xAxxfD6Qpf9XqzRL78y2v1TAJTwPJy7MDQpIEqrFNLZCmmf8J9Rf1LBod15QdH+ckbXpOeOWqnWxBZfuYnrug+Qf5bxO9MBhCcOGSD/6OA+bmtgOYa2z5kM2BxZu51oeAIkTd68OmLAX3VbCIN+YChmMc4EQ1PvEDHF8PpCl/1erNEf58P8HtCQ21HPBPTLRXCi1F9eLF5W24uX2u9oNplQ5+FfY3EznMPA8B23zPzn4vlSZ8l9Vt2t+e88FXlb/m3Fv1/FzTpolzYGlmNp+75MBrQ9IdDGF5bpo4X0wUna3uJx7G6rUZVBPzAUsxhngqGJd4iYYrjxRNf9XqwxnHmN9QAoIGUvd6L9yWpleGVl4vdKWnKbszx3y2OFHnvY0+dLE1uwXS9xHQ87apc2BpZjafu+TAYMfXKoLbfCoB8YhllIMIgpJBi6jKvEGu3I2b0kzXuc8loAcqUHxpcwca44WyCXcxgYunc9fca8bOjvfVvgGtI5DCc6apc2BpZjafu+TAYMfXKoaVcWbbsTBv3AMMxCgkFMIcEwpASDWKOcnFXezl8ACnkdJs6VvPLC7fJ/cr/WOauq6KmfSwYPXZWNhv7elcg7nyZ9pXOpw3ZpY2A5lrbvy2TA0CeHmpDa5lHmwNWgH+ibWUgwiCkkGPqeYBBrVJO7K8MjrwQgV13nLijTKPfdMv/namZ93VZV9NDJJf12rMtgc953v6LbA9qbHliOqe37Mhkw9MmhuqRVP9di96OVgwPW7Vj+MYtBP9AXs5BgEFNIMPQxwSDWqM+tyJvPmPr5m0Cm9LDo4pBgZbjFAT+7TmfeO29VFQMcRJ0b8d+es2LvTYfX1/TAckxt35fJgCFPDtUhJeTuzcuP+DdZl1b7XVz8uw2DfmAgZiHBIKaQYOhTgkGs0c2YKK1QOhEAS6QvCoosJ1OUsU88FpWz5+jvcCgS/XM5pvulSloOvJNx717r6PqaHliOqe37Mhkw5MmhKi4tftfB++lz7H4Vd/rAvzfoB4ZiFhIMYgoJhj4kGMQazTiZOR6yPTaQ5U2YLFeKlfQSksH+z93MerumquiZ6xPvs/cz7tuUgF/p4NqaHliOqe37Mhkw5MmhshMQh/29nxf966g4waAfGIpZSDCIKSQYuoyrxBrNyt3u+YbXAbDMZpgsV4qXj26dv6TJx5yDkZ6rKnpmWfB9a+R//6XMZ14XX+00PbAcU9v3ZTJgyJNDRe+bw/7OtF3BzVj+AYJBPzAUs5BgEFNIMHRRB2KNdjzLaOs0z3Ha6wA4zlo4d0EpV565ff6RsxLoR1j5Qb8sC76fjPhvT1uWfSnw3Gv767uuEwxDavu+TAYMeXIoR9pW7EUcnlB/VmDwadAPDMUsJBjEFBIMbdaBWKNdPzLa2lmSwLHOx+5BLSbLlTLlvlvoH7cy6+6yqqJHlgXfr0b8tz8p+NxL78w2z1HpOsEwpLbvy2TAkCeHlrkTh+/Rmz5UuVZz3zPoB/piFhIMYgoJhrbqQKzRrtyV3He8CoCjpC+ot8MkuVK+rLuN/nEm8rZJeqyq6JGbHQ5eunTtwP2ac7hZKk9bvMamB5Zjavu+TAYMeXLoOEctn/+xGJwWZdAPDMUsJBjEFBIMTddBmp96JdZo3cPM8c9ZrwLgKEW/2lSUg2XFbXSodxl19y1sk8SwBs4nR/Y3r8S/y4FT0jQ38d5WgrXpgeWY2r4vkwFDnhw6asB/1PZ/KUF3oeTPNegHxhQn1fl+Geo7REwx7Hiiy35/3MevYo3mpHr/mtHO4iTgSOuR95W1okzti+Y6XA8rQBiWtQn215fx77L9FGSnxMOvzGdgG1slNT2wHFPb92UyYMiTQ4c5LmleZatEg35gKGYhwSCmkGBoqg6W7awh1mjO1cx5ixteA8BhUvY3dxsIRZninuxVncy8x16oKnriVEZ/HdOh7gfPSknnKuw/LO5+5nOwja3Omh5Yjqnt+zIZMOTJoYMeHfNzv0a1L1EN+oGhmIUEg5hCgqGpOngm1ujMVkYb70S7588BA5Gyw1/C5LhSvTx1Ox3rZUYdtn1YLBxn2Vf7Pzrqr2lwkxKaF2v6eecO+Vs3DnlXfsi4h9NKwPMjGFiOpe37Mhkw5Mmh/S7G8atd71W8boN+YChmIcEgppBgaKIOLi75+WKN5qSPq37HtD4yA2r0PEyMK/WUW26nY11WjwxMztkhD1q+pnRo+vc4PAlQ1tsDf9PLI/7d+cygOy3pbnI/4TYGlmNp+75MBgx9cii3X6wZ9AMTMQsJBjGFBEMTdSDW6M7NyJuvuOIVABx0I0yKK/WVS26pykHG/xZBFfTBZvRv1c3est26luYeHGTsLAaQR3mQ+Ty832AdtDGwHEvb92UyYOiTQ8myLwpT8u1kzfejQT/QV7OQYBBTSDDUXQdijW5tZ7Tv59hd2Q3w/61F3peYipJTdrxostzLrM8LqooeyD3k61FL15NW9+xtz1LHlmznDnkP3q0p+F6WqOj7wHIsbd+XyYChTw4l91u4foN+YChmIcEgppBgqLsOxBrduZh5n94NgH3S3mrfw6S4Ul/ZdltlWYm8w56dZ0Ff3hV/Mp8Blxu+lisHrqXq+Qsn4t9EwfvIS5ReyqyX7Wgm8drGwHIsbd+XyYChTw4lH8KgH2DPLCQYxBQSDHXXgVijOzlbp/9e3M8A/1/OYbOKUqS8dltle5FRn+kwNIc90wevM58BKWm90tA1pMHfz32/61UNP/PgVkdpsFlkm7enmfVyp4OB5Y62791kwNAnhyJjcuh3Ddd9Pwz6gWGYhQRDEzHFtwbHQGOJKdqKA7vo92KNbvgIEihlM0yGK/WX+26tQsFtzlc891QVPXClwHPgQwODwrSN0fcDA4vVij/zsBUIRe+39Hd+zaiTP4u/oU45hyWe0Pa9mgwY+uTQSmY/qHpvvgyDfmAYZiHB0FRMkeKckzW315hiirbiwLb7fV9ijV8TjDUetlT3wMgminKXJypKkXLF7VV7YPgtnGtBP7wv8Cz4FPV9zX5+Xn4c+PkPK/7MNGD9cuBnfix5r80y36lva26PrYzfeUnb92oyYOiTQ6uZfeB2xTbP+XKxrveiBANQxSwkGJqMKd6LKXoRB7bZ7/sSa9SZoBlCrJHGRjnbp7/x2Af2nD3kxaoodZUzbrHag7NUNlQVPXA5iiWnU5C6XvF3pgP4dqL+ZfNPax6EPc+sk1s1tsejhgdfXbZ9GtDdqbHt+zIZ0Obk0JnobgVD2WTd6cV/m/M7LtZUTxIMQBXrGc+rJ94hlWOKNTFFp3Fgm/2+T7HGhQnFGvdarhNgBN6GSXClmfLd7VVKToDzWTXRE69KPBteR/HD+taPGURXXSl1tYHB/4mMwcPefrhna2qLjcj78i93ImErjv9KsM22/1Jz2+dMBjxp6R760tLk0LmMv/lFiZ+bOylUdMvElQID/jqTdb9j+SHtAEe5Hc1NxI/xHVIlpkj1eF5M0Vkc2Ga/70ussTGRWCONY77W2J+ACXgWJsGV5soHt1gp1zLr95qqogfSgPNnyWdECugfLwYls8XPWl0MFtMg727s7of6o8aBxEGn4t9EwI+o59yA9cx6eBv1LLlei3q+NDq3r04edtT2dxZt/72htr+ccY3vWrqHltXhz5p+T84+12UGikUG5ncLvAd/HLgny1776QKTRjlfSf4MgKPlfEVe5+Th0N8hYor6tB0HttnvxRrtup1Z12sBMHc9TIArzZanbrNGg6hP4SwG+vM+6eIcn2c13AMvotnl47lf5D1oaaJhb3XZUQdM39g3wPqyGDCNse1vZfyOOvf1rzLITKWOVS45B/WVGdBuRvGPDy4fUreri/508P2XVr1cLXAfndxXt/cX/X0z82+50WJ7AOO07KDYvcNi63i/jOEd0of5ibHEFF3EgW31+8dijdY4ewEoLGVsNxSlwXLebVZazldCqdxUVfTE3ZYHgy9qGKgdds11rV7Yc7XA33Snht+XuzIxDXTTORG3F8/rNHHw+cAgcG3EbZ/7JVzTz9j7mddxo+Lvyd2yq8zXaGmwXibJ9GdxTansHPFvXi4Guqdi+XYC+7cd+37gmjYz62g72k0IAuOSnle5X+Ff9Q6p9DeJKfoTB7bR7y/0LNb4PeJYIzeuv+iRDwDD8C7jxf4trGKgP+5EO1+zP66h39884lpf1VwnVwr+bZsVf9/FGtogDZrWR9r26b99VOD3pQFzU8ny9NXbj8zrSPvgnql4b+b+ze9K1PHTBtr60YHreF2hP+dMkvSlXwDDVeQr6zQpXeWDhjG9Qw66J6YYVBzYVr9vYntvsca/ffpr5n0OAAxEzn6edR5sCXWYRfk9dHMC7fWK15cG5E+PGXylr5FWa6qLtKy8zKGF76PaV0EvKtRx+mLtSk/b/nqFOklfvqWvIr+U+N3pi7eHNfaLNLDeyBzAHUwo3yw4SXR2MfAvOtnwbtEPThXo659rautfcfghijei3ID/6pLrvhFHHyC/rE+mfnHOYx8m7cTiefm2xHMkvZPuRrGtUMb4DjnM1Tj6i3MxRfdxYNv9fu+d/TXEGk3KTSZe8ugHgGHJXcVwSlXRI2nwWucXzTuLAe5KyetJg7hni/spZ7CaBgpvFn/DRsHfdXHxu94uBi9V/u7Pi59VNNlQdrL3cw0DmD61fRr4vop6kx7petK+vi8X17VaoE0eL/rV74rX8GfRVltHTJCk/pK2PfgY9XzF+H7x83Lus6pJhq1jJhxOLOq+6iTJ5qJffKyhLfZvrbb3zJh5BcCoXVw8z18snnl1fWn/efEceR7/7ns/hXfIYc4VfO5PJaboIg7sot+LNdqNNU5n9u8XXgMAMDyrkTch+lhV0dNB+LMo/wVaSp49ivKJhT2zCsH8+4K/ayPq/9Juo+Qg4V3kD1jSl2SnRtb2m9H89gq5A7zVhn7/1iG/605DvyvH3nYRRZJrvxeTKzlfw53NnFh4dcxEzbeG+8SmRz+M2kY0/25Zneg75ChXF8/1shO1Y4spuogDu+j3Yo12Y42cD4R+RbOrbwCABuUEtOkrEts00FdpwJK+7klLfNOX/V8ODBJ/LwLx7UXwnwa3ac/Rk6qusjRYfRJ/f22Wvk5KX1Slr8VuRLMroLT9NJ1etGUafH/d1+apD6ZtyD4tBrLXI++Lxf1OLn52+hk7+/p06uOPw7J9APGkmKIvcaBYYxguR96qFFszA8DAg+mcQ9xeqSoAAAAgU862UCmhd0JVAcCwpS8vcr4quKqqAAAAgCXSqoS2t/ACADr0KuPFn5ZunlFVAAAAwBHSuSQ556U9VVUAMB6rkXeY1ZaqAgAAAI7wIvIOAfcBIwCMzEbkLWG8oqoAAACAA9IWzDnzCuuqCgDGKWerpLTSYUVVAQAAAAtnI29nBFsjAcCIpSWK3zMCgneqCgAAAFhI8wTL5hK+zMspVQUA45a2QPqdERjcVVUAAAAweQ9i+RxCOvj5kqoCgGnYzAgOUhLivKoCAACAybo8L39i+RzCLVUFANPyJiNA+Ba72yoBAAAA05LOZ/wRy+cOnqsqAJie0/PyNSNQeD0vJ1QXAAAATEaaB/gQy+cMPoVzFwBgsi7My8+MgOGRqgIAAIDJ2IrlcwXf52VVVQHAtF2LvP0U11UVAAAAjN6dyDu38bKqAgCSe5nBw5qqAgAAgNG6GnkfId5QVQDAfpsZAcSvebmoqgAAAGB0ZvOykzE3cFtVAQCHeR72WAQAAICpSR8T5pzRuKmqAIDjvMwIKL7Ny4qqAgAAgMFbjbzkwhNVBQAsc3Je3mQEFp/m5YzqAgAAgME6Oy9fM+YAtublhOoCAHKcWAQPOSsZzqkuAAAAGJy0LdKPjLH/o5BcAABKuDEvG0vKFdUEAAAAg7OeMea/ppqAo/w/80i6st1OiogAAAD/dEVYdE1hdGhNTAA8bWF0aCB4bWxucz0iaHR0cDovL3d3dy53My5vcmcvMTk5OC9NYXRoL01hdGhNTCI+PG1zdHlsZSBtYXRoc2l6ZT0iMjJweCI+PG1vPiYjeDIyMTE7PC9tbz48bWZlbmNlZD48bXJvdz48bXN1Yj48bWk+RjwvbWk+PG1pPmV4dGVybmFsPC9taT48L21zdWI+PG1vPis8L21vPjxtc3ViPjxtaT5GPC9taT48bWk+aW5lcnRpYWw8L21pPjwvbXN1Yj48L21yb3c+PC9tZmVuY2VkPjxtbz49PC9tbz48bW4+MDwvbW4+PC9tc3R5bGU+PC9tYXRoPloXo1oAAAAASUVORK5CYII=\&quot;,\&quot;slideId\&quot;:313,\&quot;accessibleText\&quot;:\&quot;加总 左小括号 F 下标 external 加 F 下标 inertial 右小括号 等于 0\&quot;,\&quot;imageHeight\&quot;:37.92},{\&quot;mathml\&quot;:\&quot;&lt;math style=\\\&quot;font-family:stix;font-size:22px;\\\&quot; xmlns=\\\&quot;http://www.w3.org/1998/Math/MathML\\\&quot;&gt;&lt;msub&gt;&lt;mi&gt;F&lt;/mi&gt;&lt;mrow&gt;&lt;mi&gt;inertial&lt;/mi&gt;&lt;mo&gt;,&lt;/mo&gt;&lt;mi&gt;i&lt;/mi&gt;&lt;/mrow&gt;&lt;/msub&gt;&lt;mo&gt;=&lt;/mo&gt;&lt;mo&gt;-&lt;/mo&gt;&lt;msub&gt;&lt;mi&gt;m&lt;/mi&gt;&lt;mi&gt;i&lt;/mi&gt;&lt;/msub&gt;&lt;msub&gt;&lt;mi&gt;a&lt;/mi&gt;&lt;mi&gt;i&lt;/mi&gt;&lt;/msub&gt;&lt;/math&gt;\&quot;,\&quot;base64Image\&quot;:\&quot;iVBORw0KGgoAAAANSUhEUgAAA/cAAACjCAYAAADPce6zAAAACXBIWXMAAA7EAAAOxAGVKw4bAAAABGJhU0UAAABaS5oqdAAAJQZJREFUeNrt3StUI0vXxvEtEAgEYgQCEYFAIBAIBCJiBAKBQCAQEYgRCAQCgchaCAQCMQKBQCAQCMQIBAKBQCBGIEYgECNGIBAIBOJ82S/FN00mSe/qrupL+P/W6vVeziGpdFW681TXRSS8Vudoc/z/MSMAAAAAANTMVef4j+P/jzmaBAAAAACgbg47x0PneCHYy2vnGKVJAAAAAADqTIOtPrle7hz7nePCBd7PEu7vaAIAAAAAgGHU6ByXnyTc71HdAAAAAIBhNdI5bgOEZx36f9I5NjrHYudY6BxTrgPBcsx2jmbnWJK3hQDX5W0RvKPO8cOVMc/0ghWqGgAAAAAwzNZzBvvzzjFZQDnHOse8K++pZxmnqGYAAAAAwDBr5gj21y50l0E7FHS4/XNKGZ/kbYQCAAAAAACE+x7HYgXKr/vXPwwo4yVVDAAAAAAYdouSfZ79WEU+w6z0n5P/nSoGAAAAAAy7jYzh/qJin6Pdp5xrVDEAAAAAYNjtZwz3WxX7HBN9ytmgigEAAAAAw+4iY7ifreBnuesq4z3VCwAAAAD4DO4zBPtfFf0s3VvknVG9AAAAAIBhN945XjOE+6ouUnfYVc4dqhgAAAAAMOxakm1I/kpFP0+7q5xLVDEAAAAAYNgdSrYt8MZrEu4nqWIAAAAAwLC7k/pvgdcv3P+hegEAAAAAw06fameZb79V4c/0PVHOY6oYAAAAADDstmV4tsB7l1wtf4MqBgAAAAAMu6sMwf6xRp9pnioGAAAAAAyzMXlbGM833Fd9qPuavM27P3KfEQAAAACAofVVhmsLPAAAAAAAPp3djOH+C6cOAAAAAIBqyLIF3i2nDQAAAACAapiRbE/ttzh1AAAAAABUw0bGcD/HqQMAAAAAoBrOMwT7p84xUkDZJjtHgyoCAAAAAKC/ERfUfcP9SUHlO3Lvd0fIBwAAAACgt0XJNiR/tYCyTXSOF/d+D1LMSAEAAACgTOOdY17e1sUKqdE5ljtHyx2aA4rc+Wq0c0x1jmbnWEuUYZIqr6SRHvW15v53I0c2G3F/v+AyJbuvBXQo1d0C7zTxfgdUFQAAAIbMmLytY7XTOc46x33neHW/f3cCvL52EBx3jj99ftPre910jpWIn7HpMseg0cLXrkMD5ZrtHG1XH68pefC3+3cbA17vm6v7i87xy/1N9+secdrDeZBqboE331Xxs1QVAAAAakxD0FLn2Ja3h1g67fRlwG/uPL9/512gSgtoyUNDWMiRsvMuJPrkjB2aSeG0A2jfBe8sD32f5W2B9m7jUp0R4Z/mApOlAncLKNtN4v1+UVUAAACoEZ1eut45vruA++z5e/t3xqA95t7zv4zHXoDPPu46Cl4zlmGN5lNYqD8z1NOjvD3c1Q4pHQWii7Hf9/j3Llzdv1sydgyMUhVhtDJ+4WIPmeluCPtUFQAAACpqzv2u3ncB5zFHuH4/jjOUY75P6PI5NOg1cpyLZoAyPLvOEcTRkPTd0rQNa0fPbErnwFHX32lnwXunVNtQ11dURzgXGb5sjxJ3YTudy/9QcGcCAAAAkNV/EQ7fp9faufAS6L2zrnW1Jdmf1scYQYB/bcvgUSQ6YkRHnIx7vOZyV9tbd/+/ZUrGBlUSxmjGC0DsLfC6OxxYJR8AAACfLdz7LF69F/i9bzLkitPAZbijWQXVkLen5GmjRcYzvv6mfJxSrdNDLNutz1A1YTQzftFirqR5JL0X9gAAAADqZFrepppmGSnrs3j10YDX+eMCne9CaY+ewf5HShmuxX+qgj6E5AFfGKsp5/9Zwixq9zPxmptS/ojwT6Wd4UKjX7IYW+BNDrgofKWqAAA1ox3hDxy5DqbkYZhsef7mbhtf90R6z5nXYfWzieCk/7nrWQYLfcp706cM3+XjfG19knvmWYZJmk4uWu/7MniqxIPriAphvSu4W3ZnQCA3GcL9ZeAyfHEXr37zPv7QmwMAqKGWxBmm+5mOJs0IQxayfJ5cLxhes9cTe/19PzXgb36J/YFeGg3rt33KMDugM+DJ4zw0aDqZpY2oeJ9fH/Iczwq7IpSikfFGu53jPfXLrHMq9GmG9hxeS/qCG9+pKgAA4Z5wDwyBP8a2/yTpD7cOpffT/rQtxaxP7+8NnRW9phvsGspw5XEdGKPZZDIh6Q9yH1I6grIY87zO03lT8o+OQ3fheD/0C6y9hsddx6X74l67hvOc8f2WqSoAAOGecA/UnE/oOUt5rW35d7609TezdeG985TXOcpRhjtjGX7TbDJpyL87j8V+Yp8UY10JpDiuwU1dLxKjVBUAgHBPuAdqbs6j7bcGvI4OY06OfPWdL30u+ef87/QIinMeZbDu1vWDZhMl2Ov5X4hYBms736e6wnmQ6t/Uj6kmAADhnnAPDIENyb+I3EJXMM4yrPpe8u2OtdTVuaDB3mcrsymP88A+9+GDvR6rEcvgM0JlhSoLY74mN/V1qgoAQLgn3AND4NDY7vvt7a5zqJNz9h8zBHuf4DXRJ5gnp9o+if8e5T6dHHM0G6+6tUx3OItcjoZH/X6h2sJo1+CGrr2S41QVAIBwT7gHhsC15Jtvf90VqrME36+SfTE9XUDvV9dv9SzbVVq3wmOPezudxnxprNfY+cq6Wv4l1RaOzwqV3YsuzLubrR5r7seLHtvycaG95KH7bJ6497XOsTmlmgAAhHvCPTAkXo3t/luPv02ucP/qQnoW28YyHPX42+8SZgsz63aA5zQZsyPjOV0ooCzLxrLsUG3henasATvtS56VXpBuMlzYAACoCx0i2eDIdbCoLoaFz2J63fPtF7s6BvJMW7Uuptfq+rv1rn++mfH9ZzzOwxbNxsQ6zaGo7cWtHUhNqi6MpmTrPY+x8EK/Ffv1AsYcDAAAAAyDb5JtOLwOof4tH/eQz0qHuD9l6GDQ/56cZ59nwWuf+fYNmk2qWbFtN67tqqjOUsuObC9C520wh+If7F8lzvyMMem9YifbXgAAAGBYWLegPuj6u+Q86qucgcg6F7q7g+FH4p9du9/vWZ2KfTowBhsX+84HywWW66cw5aJQWbbAu45Ynn1hGA4AAAD4/b2Y+Jvk0379+7yjWq1PzQ/6/M37+lt5/Ba2ww7F+sD2qsAy6egQy0iCDaovjIZkG5Ifc8GDXsOUGlQVAAComVFhnQTf4zOshj4h9tXh35/MJ7ec0/9/OkA5rE/NF/uUoZnz/X32t1/lcjLQktgXaCxyO0Hr2hIzVGEYrYzhfrbAMl1RTQAAoIaawg4HvkfjE7QL6+rh71uDaYdHcr/yUA/ZLEO4nxIdLsndtUIsdL1OuwhiVOzD8YvefWzLUKY/whaHwZyK/0X3IXIFdId7huQDAADCPeF+WOwZz8Vmj4B0Eeh3uD41tzzpPXP/fls+roUVogwnxvNwx6VkoH2p7naiPwxlYm21gL08WbbAi93j093DM01VAQAAwj3hfkhYn7LOuON9KLw+4ZwMVAbrU/MV91v8PTM8BirDmNjmYv/nOkPQ27THeSw6RGvWtOzGwIPckm84rcjlSvZm3lJNAACAcE+4HxJfxD5SVl1LnKeultG7zy6gJYfjrwV6/68ebeIrl5K+LjzO43zBZVuR6q0BMNTaGS+6U5HLdUpPDgAAINwT7ofQqvE8HMnHqapngcthWaX+R8Qy7Eq5229/tuuLdhIVPa/d0oH0JMy3D+YqwwW3iDkvyaFKs1QTAAAg3BPuh4R1f/tv8ndIsw6F/xKwDA2xzbffTZThKXDdWHPIBZeRIFmu6N0GrEPymW8fyKTYt0tIHt8jl2s8Ua5fVBMAACDcE+6HyB+xPa1OLkS2FrgMLbFtwxerDD7rfm1zGcl9bdFRGkU/HbeOUGF/+wK/1GWssJicf9OmmgAAAOGecD8kZoznIBl8LyMEM8tw6Uf5+8At9JBun+8F+5/35jPXvl3h8lG/gRyL/8VWLzSjBXY6NKkmAABQY7qA1QOH1zE5xO3Bsud39xP8GLtG/fEsR+gFz9rG930W5mP3Yt3GsKwOM+sIcfa3D+ghQ7i/KLDBrlPZAAAAGCKWPb9jT4ed9yzDUYQyWOeKn9BketrzqL+fJZTvQKqxvfqnMS3Zhkkx5wUAAADwpw+trPuRv4+Y/RKhHJviN3Ig9LBpn/n2LZpNz3b026MONwsun66f9kT9FqudMdxPc+oAAAAAb3Oev7v3IpXjUsp9au+zv32DZvOPRc92VPQ0l28VLtvQyrIFHnMiAAAAgGx8hlLrE/4YT+2Tu1KVMddeWfe3v6fJ9OSzbtp1wWUbkY9bmlO/BfAZCsOcCAAAwpmVt9FzHNmPBs0INfXL43f3YaQy+Dw1j/Xb3zpy4Igm0zPHPXnU4VbB5Vv3KNsx1RnGkmQbkr/KqQMAIJeWsM1Z3qNJM0IN+T4xn41Ujt2Sv2sjHuF0jWbzj6aUu8tBWseDz1oA36jOMNoZb6ZfOHUAABDuCfeAt1WPNn4VsRw/jWX4Fen9fdYdYD52vhz3KMVOqfbd5rFBdRb7pU4eN5w2AAAI94R7IJNTjza+EqkM1r3H9dgoOZze0WR68lk37azAcuk25j7Tvn8La7kF0RC/IUHvxy6nDgAAwj3hHvDmMxRdF7Aei1QO6+gBDWkTJYfTA5rNP3zXTdspsGw+nVdFdzwMtW/CjRQAAMI94R4ois8idocRy7FvLMNFpPcf8winczSbf0x5XisXCyqXvo/vw+NNqjOMoww30aLnawAAQLjnINxjWPhsgbcQsRx3Uu5CdtZFvZ/IHj01Pa+V0wWUSReKTG59d0vnTbF+i/9NlGETAAAQ7gn3QNxQ/StiqLXOt392gS0G68gBskeY+8d4AWU6kI/rJFg6sui8CWROst1EW5w6AAAI94R7wNuU2Ics71bg2vMjYhkupNzF/Opux+M6+VpAeZYTbVv/U0edWNZUuKIqw/DZ15It8AAACE9//Bxz5DqmaUaokU2pxjDqEyl3pX5dDM66qOAMzaan7x5t6SFyWXTBxeSI8LbY11TYpirDuBX/YP+L0wYAAABkYn1aHXPrNw3Wf8S2Sn6sh3pNse8WYB2y3egc15+oM+C4IuF+rCtX3rg6s9bxksd78ZB5wJfaZ+uE92OfUwcAAAB40znP1iH5Mbctsy5kdxmxDNYRxMfG1xtJBEzNOAufoD1VJdyfyceF1xuedWwN7PPytgbENy4l/1qWbEPyFzh1AAAAgLeWx2/umE+frQvZxdye7NpYhvUMQVdHPYwR7v8ZhRHDdtf7LHvW8b3xfWZdx8H7Anw8wc/RGFjJMD7tyV1yF33tlRrllIB2D4MpdwAAqu/M+Jv7Z+RyWFfrn4x4/7eOYLCsO7DTFWJnP0l78tlSMca6aetd9ZicOz8itlHilpEZjUSw52FzD3qy/4h/uL/g1EWx26Px69CZRU4NaPfoE+h15eBLYZVZAKiL0a6AUtaQ/CljGe4jlqEp4dYdWOkKmOufqE1teWa5pYDvvdF13s/l40PgRQmzC1vD/T58//cZkt/DgmQbkr/DqQvuSAYPn/nKKQLtnh+E7ofQbtcNji1kAGA4f3/HfDK5YSzDXsQybBvLcJDyOrPy8UHBiXyuUca+06xDrZ222RXsdaTJeMY6nvcI9ntcRno7EObbV8G62Ba/GONUgXb/6Uy7c6U/VJ6F/WFD0mGmq+6Y5HQAKEjb+Hv7MXJAtU7NjTmS7ofkn2+vwe++K2DW6bdDiHtRQ/x3PcvbtrrXa/gtfxfQSzo3lmm8z/t8ceVNjiCvW8dNIb83tNE/SbZwP851OSjrQiJLnCrQ7oee3hhb8jaqwToXknDvf//TzpLk04ZXd865vwGI7afxmn4UsQwjYpsa8BL5umidnjAzIDTddQXMunTWhr4X+f5myDptYaJHYNdM2W99g99i2+aw33vdyMet9eq0LlOhvze+ZQz2/3FNDs66FSHTIUC7H253km1rUsK9n0ELWd0KCzoCiGfC45oe84n5Vyl/C7xJj3MxYgj2GprmP/G9yHdE9rP478TQ7BHWNdjP9fn3x41luenxtzpyMTkUX/973VbGL+z3xhfJtpBe7BUzP6tn43nf5lSBdj/04V4DuvbyHrubwm8h3IfUlOLmIgJAN+vDtYfI5bAGwY2Sr8f9sod2fDx2BfvmJ78XNcS+80AymK9L+jD3Bfm7eK812L8HdGtHw0Ti71a6sqrWdd12BCr098ZpjmCvxxbX5qCujOe9yakC7f5T2jTesAn36drGHxk8vQcQg3WO+VHkclg7jhsRy9DyyB7a2a2jDVbdOey+Jy5zL/qfc8mW7R5c0PzmznPT1c936T/c/0HStyf06cB5dBn1tsd5mOP3Rn+HOYM9q1iHZ1nhUr9YI5wq0O4/LcvCR4T7dBfG+9wcpwpAYONiH7UWM6zOif1pakxrgTJJHdfmiXUvmhH/p/dZjp/Gjp9mzvd5lvo+5In6e2PUXSSuA1fsD/e6POHIb1Cny5PwQxO0+8/Osk8s4T7dpTBiBEA5Vj0CTcxF7DaN5TiPfD6snQz9Dh19MF/TthDzXrQhcYO9PmywPniZz/E+TzW/FwetY+21+eoqV+du/olcyS/uR+WRu2CsujKw6rCflrz1hL0mLu46PKXBqQHt/tOzLEpDuE+3b7yvTXCqAAR24hGeYrIO3d6IXI5Ryf6U+bbmvxNi34vyTsHu1+m04lmOScke7Ov+gCdoHT9I/OEYlqPNdTzzj/iGMCIC5Rtx4Zt2Xw1pHbWE+3QrYhtuCAChWbd9i3nf1a25rLuyTBdwTqxPN5ML5+1J/afsxb4X6fkJMRU7ueZB1s4U3y36tONmagi+70HrmHAPIITvEn/FXtilXdsJ97YfPL9k8Eg0poMACK0p9tGwMUe+rkg1Vut/N2Ps9Hh1AXN6SNpDUfcinT59nyPL6SiPhZxlWPNo+7uuA4o6BoDA1gq+wYNwX5SpPufySfyHHAIA8gf8K/l3iL7+b93/vC3DOVWvqHuRjojUKRa3YpsGoYF0P/A5153W+nXi6KhEfZg0SR0DQByT8ncIOOGecD+M9MfOqvtBceR++DDPHgDKoyMW9Clx0wX+zzBNr+h70Rd5W5dN97Zvu0ODd8ud95jnfMTV76p7Px1VMEsdA0B8ye07CPeEewAAAABAzWxJOfPuQLgHAAAAAASwJP/OxyLcE+4BAAAAADWh839+S3kr5oJwDwAAAADIQRc5uZFyt8MB4R4AAAAAkMOZlL/XLQj3AAAAAICMdlMCI+GecA8AAAAAqHGwJ9wT7gEAAAAENC9vC54Vodk5pjz/ZrxzzHWOlc7Rcv/ZLLDMvhqd42vnWHPl1WPJlflLRco45cppMZH4PHrMyNs8+kHahmBfdrifK6kNjbnz3+xqI+/tetpwfgn3AAAAAP5n2gWwX+6Hezvye+0lwsOx4W80BK/L20JsrwMCh/7zbdcBUGaY3+wct53j0RBo7zrH986xXEKobLlyWup8ecD5v3cdFt20Hn4Yg/1/7ny1jMdEoLracnXwGrndvxtx5/LYnfsXw3l56hzXnWNH7J0whHsAAADgk5h0QbjXyuWhQ860e6+fPd5rULgfdX/35BEQ9dBt1uYLPp8LneMypfPBEvS/SdwntVrOox7ntF+dT7ggZyn/WuLvlgwBMc/RzPj53zuKrnrUVTvy9007tf7k/Nyvrv4mCfe1M+7abYNTAQDgXgTqGHlpWNbhvucpITREyJlxr3Od8l79wv2i9N4L3ScErRdwTnVI9VnOUN8r5E8FLKN2ruhT33vPOp90ZbGWW4PrmOtAeJF4wd433I+49nSaUq4Y4X7Mhfpe7/vs2n/LfV8a7j9XXIB/lsGjHJYI95WkdT4rb51d+/I2eiV5LWtxigAA3ItAHSOL92BzKPYn4FlCjnYc6FxsXTjtp0fY7RXu9wOG5ZWI53apTwB7dkGyLX+HkW+4kHdlDL7POcPbF/ee18Zz2V3n2uv3K8P5XnKf8z8pP9zr6I2DyO1+kLkBHSr7kj59ROvwpKT2TbhPN+k6slquzZ+778yg79urVGetDQAA9yJQx6gJDTbfJdvTb9+QsyT+Q+d7hXvfOdqWQ8sVY6G07R5fKn2vTUNomzR2YLx4BvwR98U/lcFPfdPqfFTsQ/G7j50B5Ut7zRAL6k27DqaHAtr9IMsDOnE2PV9rL6WNLBLuC6OdKY+Sb1QOAADci0Adw+w6ZyD2DTmr8rY42KkL6xdiH5Z9nAj2tz3+uX6WLfm7eviS+983Hp/nMEKw7xV2fOdBLxkC/qsx4M/m6GDprvPTHK9TZrgvut0P6ljr1/5vJNuaCoPa+2OEDizCfW+L7rPfuHPkO8Joj9sTAIB7Eahj+AaBExdWdN55S96eFBc5PPmL2OZrH/cJ9jrneDrlPZaNn+k1YPhZ7fEF0y/faMbXswxh16fwDUOg/OHq+Zur8wOPTpZ2j46LX679TLnPbXka3iox3N+49rRTYrvX+U+D1jbYzPi6X1PKvk+4L82UO/8xF4IEAIB7EXVMHeODWbEN124Her8lw3uddoU+nUawEOEzbQX4PM0e76WLyOVZuXxUbFMn9ByNZKwD65z7ZuLfPXFBtTu4XsjgIeLjJYb7KrT7nZT3+JbjtQetgfAkYbeAJNz7S+vMfOnxnQIAgHsRqGNkZhlyHSrcj4rfMBIdVp3lCfu24bV/5vwsGpx6PZENMd+5bTw/qxlf/8Tw2vuJz3cwoCNhRPqvF7CWUo6ywn2R7f5nynvs5njts0jtg3AfRtq0kB+cIgAA9yJQxwhpS4pdWMy6sNmpZB/arr1TlkUn8vRiHfbpjAhhwtgJknVxjG+G134fvn8uthECOg3g2IU8rbuvhr8pM9wX0e7HDfWY54KbNipgv8DvLeHe/5xtc4oAANyLQB0jpJWCw71l4btDyTbkPMnydHoh42vP9gltGwHPk3V1+rkMrz1nfG3tIIm5bUaZ4b6Idr9geI8/OV6/JekdZIT7ckwZOnamOE0AAO5FoI4RUrPgcJ8W6H4HCPZq3fC51jO+dq/h0DqHO+Qc5x2xBfCDDK/dML72euS2V2a4L6Ldz4ttccdY4T5k4Cbc+9lIOV/3nCIAAPciUMcY9nAfKtDNSL5t2vrp10N2GbheLE99s35pLeFen9qPRm57wx7utZMqbWX+24jh/oZwX5q09RC+c4oAANyLQB2DcG8zafhcWRr894K+PD6LD/quzm8J98cFtL1hD/fqQAY/tW9GDPchzx/h3s8fyb5FJAAA3ItAHYNwnzASKcD226ZuLULd3Ikt3C9FCPftAtreZwj32klz1ifY5532QLivJst0jC+cJgAA9yJQxyDc24UO94OGyj+6soc8XozhfpNwX/l2r1skHsnb9A1dxX4mwGsS7qspbSvOa04RAIB7EahjEO7LDfe7xrBd9OE7JYBwX3y7j2FdCPdVlNau2ZIGAMC9CNQxCPclh/vLioZ73y3PCPf1DvdfXZ0/E+4rZ0zS18r4ymkCAHAvAnUMwn254f4x5RyVdbQI90Mf7rXO9qT/mg+E+3pcT7VDZpTTBADgXgTqGIT78sL9aMprjdWozgn39Qj3uijkcuc4l397Z2/c/0+4r5aDlPN0xikCAHAvAnUMwn254T4tEE8R7gn3gejKplvy7/YmT/K27sOs+/dahPvKuU05T2ucIgAA9yJQxyDclxvuF1Jea4FwT7jPac61ye659Loloi6eN9717xPuq8Uy/40taQAA3ItAHYNwX3K4X0l5rWXCPeE+R1l6nYs71+5G+vwd4b5aVktszwAAcC+ijqljEO6N0oLUOuGecO9prs850OH4awNCPeG+mg5TztEBpwgAwL0I1DEI99UP93X6IhHuyw33k53jRHoPqdIL9nigNkm4L1baOVrkFAEAuBeBOgbhvvrhvk6rUhLuywv3G9J7f/oX8Z/aQbivjmlhSxoAAPciUMcg3Nci3K/J8MxvIdwX3+51iP1Zn/fRYfhzGV6TcF8daXVxza0GAMC9CNQxCPfVCPeW81SXnjLCfbHtXoP9TZ/30KH5M5Eu8IT74pynnJ8dbjUAAO5FoI5BuK9GuJ83vN4S4Z5w7xHs9djO8dqE++p4TDk/MwIAAPciUMcg3Fci3I8ZXu+QcE+47zJoRdN7yTfag3BfDWkdf/fcZgAA3ItAHYNwX51wr55SXu+P6wQoow51Pvcs4b5S7X425fW3cr4+4b4a2jI8i20CALgXgToG4f5ThPtLw2sWPdflS+f47d67RbivVLtPay/zhPuhkNaO17nNAAC4F4E6BuG+WuG+bXhNnQtT5NP7Y/m79YX1fQn38dt92lN73fou7wKMhPvyjbu6HHRuJrnNAAC4F4E6BuG+WuF+0fCaeuwVVHfaQ/fq3vO7x98R7uO3++0CPhvhvnxpdXDDLQYAwL0I1DEI99UL9+OJMJ12LESut69dZZn1+FvCffx2f024/xQOU87LtgAAwL0I1DEI95UL9+pcbOFeP0es4fka5JNbYfguoFGXcP9c43af1gn0EuAzbAvhvmxpnThfU/5+yfDvAADAvYg6po5BuI8Q7r8aw70euqDaaOD6mpK/C+i9h8RGTcO9ZYHCkRq2+wlj+2jk/AynKa//NAThXs/RiuvI0PpYc+e3CtJG8jynfP91btyj+w6PcysCAHAvAnUMwn2x4d7yGbpDT6gwMi1v2+0lX383Y2CqQrg/NpRjrobtvmFsG99ytgXLFJFQnSNFh/tx13nR7zPqP5sq+dqZ1tF3MeBv9SZ8k+M7DAAA9yLqmDrGP5YMAeGghuH+S8RwvyD2ufd66JP2PNueaUDbkLeeuRBD/6sS7vciB+Cy2r31yf1txvA97v7W8h4zNQz3ev7uDZ9Nvw+LJV47t1LKtzHgb99HXfyU8KN7AACfB/ci6pg6xgffIobgXn4VFO6nDJ/rJMfrn3mE++R5nM4QQvuds6xzZyzh/qCAttcS28gHa2fOsdhHScRu99bOH98FUCY8gv1/7hyHkLb9SshVWs89Pt9zwA4MX2nTIvp913fl75SaWQEAgHsRqGMEYnl6GvKH+6Ok7xMfgmVufJ6njVOGzzLoie2+C5hN91oN9+XUcm+4L/JvibMq5oLY1guIbV7CPH2ekr9Plncr0u59Avim8TWX5eO0jD852vi4R+eQZSRCqO/thPiNiimzN3pQR+XvPn+TXARxjdsPAIB7EahjFNkb9L4wV4i5u9bhypMB3mu3gECykjHc5z0Oc9bHuuE9XiTeYnY+nT3vF65+86tXEyH3l9gXCond7vc96/Tadbp0v1/DtbPuzgJ9ur1ofO2dRPidcBd8Padt42dZLfB7u5TxO/GthGvni2fH0Eai4+JYAADgXgTqGAGNiv3pc4i5rdvG91rN+T4akB6M7zVf0GcKdZwECN3Wp8pF9PQdGsuiF7YjF+JarvPmriuIz1eo3c+I/xPo/9zfPLjjWfovJqefYUzSh8snz9/vrjK1jd+lG49OhLxaGb8XP0q4fqZ1DL2vh/HFfW+TN2LmvQEAuBeBOkZQPk8XbyXfvu36xPCP8b3uXQPNakP8tqvLG5a3MgY532M/Z1n1b/c83k8D8HTkNjgb4NxpcF2qYLs/jNAG9rrawHmOc2bpDCm6vTQzfp7nEq6fT4Yb7k1XB0zeaxsAANyLqGPqGB8Cns61vcjwA1qHPev8YJ/htxqMWmJb/bp7Yb01z4Y56YKbb1i8dOckT+fFovR/0pr30NC0kqNs+hR5W9IXM+wXmvQpeSNimzzJcW6exDZ3vOh2r8YztPtBn7PV4z1WJVuwX0wpt77uVca2qu0l6zZ1Yzm+RxMFX0tvM1zTpgQAAO5FoI6R0awLvBqg7iTcE2Z9LR0KeyT/znMed+/5Q+zDhgcNU9b3Ou4TcGddGW4lzBPgK/d6WegX6TpgqH925zFLaNEgeybZF/3rVx79fKeuXKEC/7h8HGLv0wanKtTue2lk/Gzdq/ZPDui08Glz/TpD2q693Ab4ziYX/NNz9V3enshb7Wd8v0bB19ZNzw4ibrQAAO5FoI6RS0viDxdv9Ag0Md6n16IQG5HeK49FF5SyhiTtcduTfE8i2wXUezNgO9WgfOkRGvVCN1axdi8DAviepA+r6u5o0k6UOcPrTxo7EM4GlPkh8rlqe7QFnR92mKFDpuhwPyrpo2FeXWfFGLciAAD3IlDHQH3pF0yfkuow5Qv3xXzpCnAaqm5ckNOOimn53ItfaIfBgXx82q6jD/SJsj4tX63xhWvc1bGG7PtEW9DPqYvd6ZZu+pR7Reyr/icv/BvuNZ4T5+3OXeznani+Jt1n0vIfu3Oz7r5T3WsBPEsxuzv0qtND+XfbyntX3hkBAIB7EahjAAD6Si7QeVuB8uhIm4bQaw4A4F4E6hgAALPkwnt7nA4AAAAAAOplSj4OS1vglAAAAAAAUC+7iWB/w+kAAAAAAKBedK5Zckj+MqcEAAAAAIB6+ZEI9lecDgAAAAAA6mVbPm5/N80pAQAAAACgXsH+NRHu1zglAAAAAADUx458XB2/zSkBAAAAAKAeRjvHYVewX+e0AAAAAABQDzqf/i4R6l86xwqnBQAAAACAeliQj9vd/ewcs5wWAAAAAADq430v+6fOsdU5RjglAAAAAADUT7NzjHMaAAAAivV/bLBadAkfUT0AAAD/dEVYdE1hdGhNTAA8bWF0aCB4bWxucz0iaHR0cDovL3d3dy53My5vcmcvMTk5OC9NYXRoL01hdGhNTCI+PG1zdHlsZSBtYXRoc2l6ZT0iMjJweCI+PG1zdWI+PG1pPkY8L21pPjxtcm93PjxtaT5pbmVydGlhbDwvbWk+PG1vPiw8L21vPjxtaT5pPC9taT48L21yb3c+PC9tc3ViPjxtbz49PC9tbz48bW8+LTwvbW8+PG1zdWI+PG1pPm08L21pPjxtaT5pPC9taT48L21zdWI+PG1zdWI+PG1pPmE8L21pPjxtaT5pPC9taT48L21zdWI+PC9tc3R5bGU+PC9tYXRoPjw6VcwAAAAASUVORK5CYII=\&quot;,\&quot;slideId\&quot;:313,\&quot;accessibleText\&quot;:\&quot;F 下标 inertial 逗号 i 结束下标 等于 负 m 下标 i a 下标 i\&quot;,\&quot;imageHeight\&quot;:26.08},{\&quot;mathml\&quot;:\&quot;&lt;math style=\\\&quot;font-family:stix;font-size:22px;\\\&quot; xmlns=\\\&quot;http://www.w3.org/1998/Math/MathML\\\&quot;&gt;&lt;msub&gt;&lt;mi&gt;&amp;#x3C4;&lt;/mi&gt;&lt;mi&gt;i&lt;/mi&gt;&lt;/msub&gt;&lt;mo&gt;=&lt;/mo&gt;&lt;munderover&gt;&lt;mo&gt;&amp;#x2211;&lt;/mo&gt;&lt;mrow&gt;&lt;mi&gt;j&lt;/mi&gt;&lt;mo&gt;=&lt;/mo&gt;&lt;mi&gt;i&lt;/mi&gt;&lt;/mrow&gt;&lt;mn&gt;4&lt;/mn&gt;&lt;/munderover&gt;&lt;msub&gt;&lt;mi&gt;m&lt;/mi&gt;&lt;mi&gt;j&lt;/mi&gt;&lt;/msub&gt;&lt;mi&gt;g&lt;/mi&gt;&lt;mo&gt;&amp;#x200A;&lt;/mo&gt;&lt;msub&gt;&lt;mi&gt;r&lt;/mi&gt;&lt;mrow&gt;&lt;mi&gt;i&lt;/mi&gt;&lt;mi&gt;j&lt;/mi&gt;&lt;/mrow&gt;&lt;/msub&gt;&lt;mo&gt;+&lt;/mo&gt;&lt;msub&gt;&lt;mi&gt;m&lt;/mi&gt;&lt;mn&gt;5&lt;/mn&gt;&lt;/msub&gt;&lt;mi&gt;g&lt;/mi&gt;&lt;mo&gt;&amp;#x200A;&lt;/mo&gt;&lt;msub&gt;&lt;mi&gt;r&lt;/mi&gt;&lt;mrow&gt;&lt;mi&gt;i&lt;/mi&gt;&lt;mi&gt;E&lt;/mi&gt;&lt;/mrow&gt;&lt;/msub&gt;&lt;/math&gt;\&quot;,\&quot;base64Image\&quot;:\&quot;iVBORw0KGgoAAAANSUhEUgAABX8AAAGjCAYAAAB0YWaxAAAACXBIWXMAAA7EAAAOxAGVKw4bAAAABGJhU0UAAAD+miFNhQAAQXpJREFUeNrt3S10FEu3MOAtEBEREQgEIgIREYFAIBARCAQCgUAgRiAQCAQCgchaCAQCgUAgEAgEAoFAICIQCAQCgYhAIBAIBAKBOLfrTecSwvxUz3RP/8zzrFXrft95k0xTXdWze3f1rggA2nS9aM+OtZO6BQAAAACgv84V7VfR/jvWNnUNAAAAAEA/rRXtQ/yb+JX8BQAAAADosVTe4b+Q/AUAAAAAGIxLRfsdkr8AAAAAAIOxUbSvMTnxK/kLAAAAANBDb2J64lfyFwAAAACgZ27G7MSv5C8AAAAAQI9sFu1HSP4CAAAAAAzGiaK9i7zEr+QvAAAAAEBPPIj8xK/kLwAAAABAD5wv2q/4k9h9WbSvIfkLAAAAANBbG0X7Hn+Suqnm72bRvoTkLwAAAABAb6VVvkeTupfK/y75CwAAAADQU1fj74Tu4yP/m+QvAAAAAEAPbRXtZ/xJ5n6OgxIQhyR/AQAAAAB65kTR9uLvZO65Yz8j+QsAAAAA0DO34+9E7v0xPyP5CwAAAADQIzvxd7mH13GwEvg4yV8AAAAAgJ5YK9p+/EngpiTwmQk/K/kLAAAAANATT+LvBO61KT8r+QsAAAAA0ANXi/Y7/iRv38z4eclfAAAAAICOO1W0H/Encfu1/G/TSP4CAAAAAHRc2tTtaOL2fMbvSP4CAAAAAHTYKP5O2j7J/D3JXwAAAACAjjpXtF/xJ2H7rmhrmb8r+QsAAAAA0EEnivYh/iRr02ZvZyr8vuQvAAAAAEAHPY6/k7U3K/6+5C8AAAAAQMdcioOVvoeJ2r05/obkLwAAAABAh6wX7Wv8SdJ+j/kStZK/AAAAAAAd8jL+TtLuzPl3JH8BAAAAADoi1fU9mqB9vsDfkvwFAAAAAOiA00X7EX+Ss6n0w8YCf0/yFwAAAACgZSeK9jb+JGbTZm8XF/ybkr8AAAAAAC27G38nZh/U8DclfwEAAAAAWrRdtJ/xJyn7qWjrNfxdyV8AAAAAgJakcg8p2Xu03MN2TX9b8hcAAAAAoCWP4u+E7O0a/7bkLwAAAABACy7FwUrfw2Rs2vDtRI1/X/IXAAAAAGDJNor2Nf4kYlPN362aP0PyFwAAAABgyV7G34nYGw18huQvAAAAAMASjeLvJOyrqLfcwyHJXwAAAACAJTldtB/xJwH7vWgnG/osyV8AAAAAgCXZi78TsJcb/CzJXwAAAACAJbgXfydfHzf8eZK/AAAAAAANO1e0X/En8fqpaOsNf6bkLwAAAABAw97E34nX/TgoAdFk+xXTk7/vM//OI6cPAAAAAGC847V++9T2nD4AAAAAgPEkfwEAAAAABkjyFwAAAABggCR/AQAAAAAGSPIXAAAAAGCAHsVBEnWZ7VdMT+q+z/w7j5w+AAAAAIDu+BLTk7+buggAAAAAoH8kfwEAAAAABkjyFwAAAABggCR/AQAAAAAGSPIXAAAAAGCAJH8BAAAAAAZI8hcAAAAAYIAkfwEAAAAABkjyFwAAAABggCR/AQAAAAAGSPIXAAAAAGCAJH8BAAAAAAZI8hcAAAAAYIAkfwEAAAAABkjyFwAAAABggCR/AQAAAAAGSPIXAAAAAAAAAAAAAAAAAAAAAAAAAAAAAAAAAAAAAAAAAAAAAAAAAAAAAAAAAAAAAAAAAAAAAAAAAAAAAAAAAAAAAAAAAAAAAAAAAAAAAAAAAAAAAAAAAAAAAAAAAAAAAAAAAAAAAAAAAAAAAAAAAAAAAAAAAAAAAAAAAAAAAAAAAAAAAAAAAAAAAAAAAAAAAAAAAAA651TRNjWt4QYAAAAALNmNov2naQ03AAAAAKAFeyE5qUn+AgAAAMDgbBRtPyQoNclfAAAAABicCyFBqUn+AgAAAMAgPQxJSk3yFwAAAAAG50TRPoREpSb5CwAAAACDs120HyFZqUn+AgAAAMDgXA3JSk3yFwAAAAAG6UVIWGqSvwAAAAAwOBtF+xqSlprkLwAAAAAMzvmi/Q6JS03yFwAAAAAGZzckLjXJXwAAAAAYpLchealJ/gIAAADA4GwW7We0mzx8V7SR9le7FQcrs1N7WrSXRXtftG8h+QsAAAAAZBpF+wnEi05DthNFO1e0a0V7HAdJ4V8h+QsAAAAAjPEs2k3+fi3ahtMwt7U4SKA/Ktp+SP4CAAAAAKX1on2OdhPAb52G2lwo2pNYTkkPAAAAAKDjUimB39FuAviO01CrtJr6dtG+h+QvAAAAAKy0+9Fu8jfVrj3nNNQuJYEfh+QvAAAAAKystJnYu2g3AfwtDspQUL9UF/hrSP4CAAAAwEo6Hc2WCchpz+MgEU390irg9yH5CwAAAAAr6XK0m/xN7abT0JiUWH8dkr8AAAAAsJKeRrvJ359FO+M0NKauEh8AAAAAQM+kurv70W4CeD/U/21SKgGxaA1gAAAAAKCHtuNgBW6bCeDHTkOjLhXtd0j+AgAAAMDKuRPt1/+97jQ06mFI/gIAAADASqprc7BF6v9uOg2NSaU1voXkLwAAAACsnFNF+xHtJoDfF23NqWjMrZD8BQAAAICVdDUWqw2r/m+3nSjap5D8BQAAAICV9CDar/972WlozLWQ/AUAAACAlZTKLnyOdpO/qfzEKaeiMVXPLwAAAAAwEFtxsAFbmwngt3FQpoD63QzJXwAAAABYWVUThE20h05DIzai2uZ+AAAAAMDAvAn1f4fqZUj+AgAAAMDKOlm079Fu8jd9vvq/9bsYkr8AAAAAsNLSytu2V/+mFcjq/9bva0j+AgAAAMBKexbtJ4B3nYbaPQ7JXwAAAABYaetF24/2E8DnnYpa5a7qBgAAAAAGbKtov6Ld5G8qU7DhVNQmJfV/hOQvAAAAAKy8+9H+6t/Xof5vnV6F5C8AAAAArLyUdP0Q7SeA7zgVtbkbkr8AAAAAQGGzaN9C/d+h2A7JXwAAAACgdCnaT/6q/1ufWcl8AAAAAGCFPI72E8AvnYZavAzJXwAAAACglFbdptW3bSeAbzkVC7sXkr8AAAAAwBHnivY72k3+/izaWadiIbPKeAAAAAAAK+hutL/6d79o607F3E6G5C8AAAAAMMZeqP/bd9NKeAAAAAAAK+pUqP/bd69C8hcAAAAAGGMnulH/d9upmMuTkPwFAAAAACZ4Hu2v/v0U6v/O41ZI/gIAAAAAE6Sk6+doPwH81Kmo7EzRdic0AAAAAID/lV1I5RfaTgBfcyoAAAAAAOp1M9pP/qr/CwAAAADQgDfRfgL4Y9FOOBUAAAAAAPU5VbQf0X4C+IlTAQAAAABQryvRfvI3tctOBQAAAABAvdLK2y7U/910KgAAAAAA6rNWtA+h/i8AAAAAwOBsxsHq27YTwA+dCgAAAACAet2NbtT/veRUAAAAAADU6220n/z9Gur/AgAAAADUaqNo36L9BPC7UP8XAAAAAKBWF6Mb5R92nQoAAAAAgHo9jvaTv7+LdsGpAAAAAACoTyq58D7aTwB/L9pJpwMAAAAAoD6bRfsZ7SeAX4f6vwAAAAAAtboV3aj/e8upAAAAAACo1/PoRv3f804FAAAAAEB91ov2JdpPAH8O9X8BAAAAAGq1E90o//DKqQAAAAAAqNeDUP8XAAAAAGBwThTtXbSf/P1ZtLNOBwAAAABAfTbjIPnadgJ4Pw5qEQMAAAAAUJNUdqEL5R+eOhUAAAAAAPV6Ht1IAF91KgAAAAAA6pNKLqTSC12o/7vldAAAAAAA1Odi0X5H+wngD0VbczoAAAAAAOpzP7pR/uGxUwEAAAAAUK+96EYC+IpTAQAAAABQnzNF+xHdqP97xukAAAAAAKjP9ejG6t/3RTvhdAAAAAAA1Od5dCMBfM+pAABa9LBoX2a0q7oJAADok/Wi7Uf7yd/fRbvgdAAALXmWEa+MdBMAANA35+Ig+dp2Avhb0U45HQBACyR/AQCAwbob3Sj/sBcHq5EBAJZJ8hcAABi0t9GNBPBTpwIAWDLJXwAAYNBSyYVv0Y0E8HWnAwBYIslfAABg8C5HN+r//izaltMBACyJ5C8AALASnkQ3Vv9+LNoJpwMAWALJXwAAYCWsFe1zdCMBvOt0AABLIPkLAACsjO04KL3QhQTwRacDAGiY5C8AALBSbkU3kr9pE7pTTgcA0CDJXwAAYOW8jm4kgPdC/V8AoDmSvwAAwMo5GQcrb9tO/r4JyV8AoDmSvwAAwEq6EO0mfj8VbcNpAAAaJPkLAACsrAfRTuL3d9HO6X7GSA8EzsfB5oR12izalfIGP7VLcbACflnWinamaDtFu37kGE475Z1yojwn546Nl1F53tJGlVvl+STPetmfWzWcm3RduFaejwvOA5kkf8UH4gPEGGIMMQYAKx2EfIzlJ3+v6nqOBGz3ivayaPtx8GDgv/K/LWq7vOmfVOIkfdb7hsdjupl7UrQfU+bDu/KGlnaSCemG63F5Hn5mXsPSz32IgwdoV0L5mqPz+UbZn6msT3rD49eCc3qzaA8nzKHvRbut/5lB8ld8ID5AjCHGEGPQaFJluwwmdsuL+7OWmhV2wCRnKwQjdbRHunwlpeDqctHuFu3FsYBtXDu7wGedL4PC3xXG5ZOag7vzZaBfZW7cM0yWdgORbqbeVhwj09r3cgxtrtgNWIpvn2fM5//miEXXyhvfnHP0zLBmCslf8YH4ADGGGEOMQa3SKyI3y8n+K9rfTOmwnXRqgCmu1xigTGt75Zc6w3Yq/jyZr7LS4bB9nfNGa738zHnH54Ma/u0bZYA+73y6bvg0ZqNMLvyI/LrkL8ugP/3fjxljOZ33p+Uc6Lu18mYqjck7FW7AJt24VpnTO+V1oMpn3DTEmUDyV3wgPkCMIcYQY1CLM+UXyjJXz+W2904PUNPN0SLt60CCFf52rrxpTq9MvSkDsEXHyjxP2NNKmv1YvBb15gJ9sVPDMfw0T2qXbghuZ96QfSx/9vSUm5XrGTcNP8sER199inofCO5V+Oybc978zZsUQnwj+Ss+EB8gxhBjiDGYKl2An8RyVszN27wmAuRIqyI+R3MbvF3UxYPUxHipurplFPW9bTNvWZI7NcYCDwyr2qQNOz5k9Hmq+3i1QmCfkgBfMv5uWtm2O6PtrMC83s383HsLfs6OIc8Ykr/iA/EBYgwxhhiDuaWdAH9Ed5O+89Y/AVY7iGniYdZtXevmLpopVfQg2n1bJq3SeFHzMXwyrBaWbrAeZl7PXsV85bHO1XS93O1g/6W+u1vGujtlu1ImMd7M8W+8sISbMt81TCL5Kz4QHyDGEGOIMahsLZp/Pbqu9rM8XoBc92u+Dr3SpStnKw42b5kngPtQ4XOexvRVFuk1sKo1vb5XjAdezziGd1H9Vddf4dWyRZwqb9JzV1Et0tfPB3pjNsvlCjelObFoHTdlfe1Lmif5Kz4QHyDGEGOIMWhssnehvXbKsqTXML5oC7XzhtGgfKjpGpTKSNhwcrXdaSiwGhcQp0AxvZZ59kiwnf5v1QcaOTYmxAPpGB7H37uRp5IqLysew2lDZy6p3z7G8l6fvbLCNxOvaopFRzXGvXdNAcaQ/BUfiA8QY4gxxBhk24yDp3T/9agJZPKMenZeu9h2DKNBqeMJaVqdcEZXrrx0c1VlZUvOq1vjVvS8nzHePlcYt7Okm7UPE47h7JSbwSqlojYNncrSA/ovmf37POpZPbWxwjdmu7H4a5KX4t/VPT/KJE3aU6PqRspXTQPGkPwVH4gPEGOIMcQYZNmqMNm71Ky4yzMKyVvJXw6di3o2x7ipKynlPjj9kREsP5kQ2M565St3dc9+xs3quNdV72ccw16F+bNu2FROIrzL7NuPUW9JrNybh0lvzvS1hlzujdn2hN/fHJPweFbe7B66GtVqHkqKMI7kr/hAfIAYQ4whxmCm0+XFvm/JuPdOXbZRSN5K/pKkp9rfaxgPj3QlpfUK4+bljL91N/6t83Ul8zhyN36ZVaP66QLH8CnzGL4aNpU9zuzb31NuFOaVu2pse2B9/jDj3/xtwu+mG+Pjq+Mm1UZ8XtPcZXVJ/ooPxAeIMcQYYgym2siYcL/LC3YaOOnJ3u6M9jQjabJbQ7vk9GUbheSt5C/JXtTz4MlmFBw6F/WUKroefz+dT6sZtiocR27tsN0pf+PemJuwcxWOIXdFvXr91VRZufGwxevmnYH1e84N096E331x7OceT/mc9BbbrFeif1S8HrBaJH/FB+IDxBhiDDEGE52YMtl+l18U6ctmo+LffRhW63bNKCRvJX+po85vegJ7SldyxK0K42fSJiYXjt0YpRu7qvWkc9/gmVTP6/jOw+nGrsoqizMV+uGBYZNtI/LLcv2YI2ar88bszcD6Pmel2r0xv3dnzM3brFdkp918p/N60VRgCslf8YH4ADGGGEOMwUTjkrRpUDyN+TcxmlXQXeDRjlFI3kr+rrbzUa3m0aSHYr4cOe5J5vj5NOH308OEozUBv8/xHVzl1dJTE27Mfh4LBKu+XlflJvecYZPtQYV+vd/QMeTemH0ZUL+vR95KteNj+eyx3/sW+TvXp++Xd0fmYkrY7Fb4fVaX5K/4QHyAGEOMIcZgrJ0xiZCPsXgtlWkr69KXxZqub8UoJG8lf1fXVtRT59dqBMbJ3SDjZcbv/5jzxudi5jGM28wlvQV0tPxTCirPz3EMLzOP4Vcom1Ll5uBHhX5tKoDPrcf334D6PmdOHd+gae1YX/0WO7Akkr/iA/EBYgwxBvxj3PL+Z7F4YnZ9RoLlsa5vzSgkbyV/V1P60vxYw/l/LSBlgtwV5TfH/O79qGdl+d3MY3g65nePb/Jxfc5jyH3AYkOJfDcrXKOa7NevK3hjtjtHwub47+wawiyJ5K/4QHyAGEOMAf84/grKjZr+7vUZA/isrm9NSsxvags1q9b76VEsnvhNqyE2dCVjVNnM5fiKiUvHbgwX+S7O3czl+M3/jWP/++05P3+7Qj/cMWyyfajQr1cbOoaTUa1kzlC8qZiwOV5a6LO4gSWS/BUfiA8QY4gx4C8XavwyOW5a0eoPuh5YsuuxeJ3fX6H+GJPlrpo4/jplephwdKXDInXU0or03Nf2jt5gpv/30Tp+zxY4hir1/DYNmyybFa9fTW1EebbiNXMITkZeLb7DsTzuVUwLHlgmyV/xgfgAMYYYA/76Ajj6hKfOp2uz6pZc1/3AEm0dC1znbTd1JQvecKf26NjvvY1qu/TWETgfv8F8feR/S3UF1xc4hheZx/DVkMl2rcJ16l2Dx1Hlxv3bQPr+csa/9eeRn9899r89NHzp4HfRSDeJD8QHiDHEGKyGo5PrWc1/+3VML1btlWlgWVKQWmXzgEnteajzy3RfMsfSpSO/c3Q1UPr9k0sKnB9N+J10w7W54DHk1mt7Zshke1jhWnW/weN4WeE4hvKWV07S5m35sxvx98q6/QUTJdDUmB3pJvGB+AAxhhiD4UtPDb/FnxohdSZj01PFaa8NPNX9wBI9j8UTvx99uTLDqcgvHXK4cudM/FmRnv77Vg3Hkbuq5tKEY9hZ8PPPVJhX1wybbG8r9OuNBo/je4XjeDGQvv8U+bUpnx7771cM3ZXQtb00XmaO2S4d85AfrosPxAdiDDGGGIPW3Kj5y6RKokW9TGBZ7sXiid+fDVwnGZ4rmePp8On9iWMB372ajmM/4xh+HLnR3ot6y5rcCPX82ro5OGznGzqGqrX4hlDiK43RnDqI2+X3xNGffW3YroxRDbHGqrchfx+ID8QHYgwxhhiDVhz9QnlU89+eVbD6i+4HluRCLL7BW2qXdSUZHmSOp8Mdsu8c+W9vop5VT2cyx/zL8ud3jwWRdRxD7kr7T4ZMJbmvDDe5EUuV10J/x+KvKHfBKPJqU6a58yo8NFxVo5C8lfwVH4gPxBhiDDEGHZMGyrOy1V17d1YtoXu6H1iCdG3LWeEwqz3WlWTKHW/bZTt8lTKVYDpd0zHkrqq5WsYChw9rv9d0DOuRv7HiA0OmsRuztsf4f+VNyhDkJCtSPH3h2H+7a8iulFFI3kr+ig/EB2IMMYYYAxeO/2+ndRGwBFU2DJjU0utuNngjx8nMMXX49su7I/9tp8bjyKnnl26+1uLv1znrenXuYoX5ddGwqST3lcymdkjfqXj93BlIv+fUH7x+bO59CTXiV80oJG8lf8UH4gMxhhhDjMGKmDVp3+siYAke1XATUudqC4bvWua4enosSfCy5uPI2UX7dYPHcD/yX9fbMGwqyd2MpanyWu+i2oOzIThXIVFx9HXqkeG6ckYheSv5Kz4QH4gxxBhiDFbErGXrt3QR0LBLsXid3/T7F3QlFTzLHFtpw5Qf8edVyjrrlW1mjv37R47hR8033HuZ/fDGkKkstxZeEzdm5ypcV3/HcDb2vRt5myPtHvn/p9dW1wzXlTMKyVvJX/GB+ECMIcYQY7ACZhWRH0pRbqC7TkXe6zOz2q6upKJvmQHr62hul+Kc5MOvBo9hLaZv+KpW2WJyV499b+Czc2/ah3b9fJPx702rpY6uqLtmqK6kUUjeSv6KD8QHYgwxhhiDFbAbq7E8H+imVPvoQw03H+kVN3V+qWI7c2z9OhbM1T3Ocur5fY8/D2rf1XwMOxXm2bZhU9npyF8ZU2ctuMtR7VXModShW8/s76M3ZZ99f6ysUUjeSv6KD8QHYgwxhhiDFTBro7c7ugho0NMabjzSl6o6Y1R1J6qXFdlq4Di+VTyOul+b28383J+C17m9yuzjusbXWuTvAJ5uUE4NqK9zb0iPJm1uGqIr62o5V7rSfkZesq9LxzzEfRbEB+IDMYYYQ4zBoOws8SIBMO6ma9HEbwo4rTZgHq8rjrXHDRzD+YrH8LSBY8h9be+5IdP4zUJdNwgvMz/vxwDjvKobh36TtKBDcurMjnST+EB8gBhDjAF1BhhfdRHQkDPxZ3OKRZqbIOaRArGfFcZZeoLfRP3721FtZVHdDzqq1PMz15q/WfpQw+fcWOGbsuRLVPsOuW1o0qN7M9di8YH4ADGGGAMqWc/4Ynuim4CGrj8fY/HEr2sU8zpXcaw9aOg43ka7q3ouhk19liW99rif0c8XFviMq5k3658GelN2puK8Tq/PKxlEl0j+ig/EB4gxxBhQq1HGgL2qm4AG5L4uNK199IXKAh5EtdIiTazqSeP3d7RXyy+5n/nZ+4ZMLbbLm4FZ17a1OW/KcsbT64bGcxfcqvg9smtI0jGSv+ID8QFiDDEG1Cqnhs9J3dQ5Z8sLiTZ/2zSMevXFOelJ6mldyQI+R/srzKusqnnR0DHkrix6asjUJq26mbWJz+vIf7iV3qR4nHFTlpIU6fXDIdeeq1Kn85fvETpI8ld8ID5AjCHGgNrkPE38pJs6aRSLJ85Wve0YRq3Zifz6Yd5KoM3vwKPtbEPHcT/avW6lAD237vZ1w6ZW6fXMNzF7NdWlGTdkNyLvNc/0wP/MwPt0LarVkX9lGNJBkr/iA/EBYgwxBtQmZ+XdY93USaOQvJX87acURHyt4fzd1ZUs6FqF8bbX4HHk1r3+3NDnV6lraPVCMy5ljIN045V2Ut8t25Pypi637t6qPCzbqfhdctHwo4Mkf8UH4gPEGGIMqM37jAF7Qzd10igkbyV/h3tDM6ulV9BO6EoW9CLaX2WebpZyVxfdaugYdjM/35tAzUs3CVVeJ5z1qmG6Vl5esetllZVyX3yX0ONYaaSbxAfiA8QYYgyY5WTmF8o5XdVJo5C8lfztnzs1nLdvoQ45i6vyKmMac+sNHUfu6qIUZJ9q6Bj2Mo/hkWHT+JhMD9w/jhl/e+VNRM5YTa8Y3mxwvHTdhwrfJw8NOzpK8ld8ID5AjCHGgKV+oazpqk4aheSt5G+/pP7+veA5S79/QVdSgyqbqDxp8DgeZh7Dm4Y+fz3y6297GNzs9fF4Pb2UfLgVf68aSTHZ+ThYaTYqW3qdM9Wb9FDs4Ga0yvfMGV1GR0n+ig/EB4gxxBhQi5zXWb7ops4aheSt5G+/viy/1XDObupKavKgwrhr8oHDp2h3I5XLmZ//I7y61tTN9dMxNxO/yxswqqlSp9NrynSZ5K/4QHyAGEOMAQtLF+icDZcWKWB/Mv48MbJ6uH6jkLyV/O3P9eZdDefrpeCSFm6qPjc47nLr+f2Mg53Hm/CwwvyjXmlFyKTds2/rnrk8r/Cdckt30WGSv+ID8QFiDDEGLCx3585FLuZP4s9TDwmb+o1C8lbytx8e13Cu0oMoD5GoMyDOfW3rfgeu468bPIY3gthWXCxv2q2iqtfX8DomwyD5Kz4QHyDGEGPAwm5mDtpnc/79rSNfnA90dyMulOdHm79tGUaNuxqL1/lN5SJO60pqdLvC+GvyOpG7gqCpncTXIn9Tm23DpjbpAfy0OopvdNFctivM6w+6i46T/BUfiA8QY4gxYCkBxX/lF09V6UnS2yV9MQL9DT5y20VdSc1yV7M0Wa8r3Vjl1MFOc6ipTTZ2Iv8BTO4qkc04KPPiZnC8dC73G4i9iLhT4XvFK68M4V5tpJvEB+IDxBhiDJhmP5rbPfToE9N3uhpWUtpg4HMsnvjd1ZXULNXGy12Nfq/B48jdSOVtg8dwP+p9CyjdAH44clN6wXD7R04NxS/lNZRq3meO5zT/vU1C10n+ig/EB4gxxBiwsNwvtqpL1i8c+9uXdDW4aZmzvQo1qajfqMIYbHJ1Su5GKk2uHsjdiPHGHPP+k5uLf6xH/tsQz/VfJWcqzOu3uouBxFEj3SQ+EB8gxhBjwCRV6pX8qnBhOFu077GcHVCB7roRiyd+01NpT01pwsvMMfix4ePI3U28qXlQZYVTTvmme8dih7OG2j+uVbwOpgfwVkfV/73jdUz6QPJXfCA+GKbNONgMu+48iRhDjAH/uFLxwnAn42+ej78Tv00WoAe6Kz1c+hmLJX5/hnpgNGNtzHdVG6905q4g2G/wGHaivrqGxzd2vGGojfVozmvi+/KmzgP1yV5V6E8PFukDyV/xgfhgeDbj4OHBpwa+08UYYgz4x6jiBeFHeaGa5PqYZM87FxBYOaciv574tHZTV9KQCxXGYZOrIW5lHsODBo/hbuYxPJrxd9IKnqOvGT73/b9QMmdaS4mJl+VN2knd+f9ORP6u9HbgZkjXi5FuEh+ID2r9LtlsqKW+2D2SM7klxhBjwDLcm+Ni8DUOntytlX8j/d9UjH5vws+fG2C/nS4vhtfCEx0YJ3eHZDvQ0pbdCgFwkzcouQF6k3XzX8fi9fzSDc3RBz5pNUsfa8itlf+WtYY/53YN18ijLZXXelrGYxsrPK93KvTZvaCLce6y5mCfSP6KD8QHy5WbeF+0/WroGivGEGOsaoxxvjxPQ2i1z7XdBS9WqRbntKcfjwc2UNfLhNTRV1Z+lxfDDfMYFr6uHH19zJxavklfmKcG+G/9mDkWnzZ4DCci79XSXw3Ph9zXW7enBHFH6xJ+jf49GE2rt9JD7J9H+vxpg/+OkxX6fZ5yOWnFztUVTKDdr9BP54IuxbnLnoN9IvkrPhAfLNeXWE7yt6kxJMYQY6xqjLGsubuMdqaLSZppS92HdkF4uWL/XqjqeD2vedqs8jI094U86dwNbROIUxXGY5Mrai5G+7sFn67QFycybuzSGDrfs/FwZ8rY/xHN1R2v43qZcz19skLX1A+Z/fItlCTpUpzb1hzsC8lf8YH4YHku9zm5I8YQY6x4jJHG/b3ys9KDvF/Rz8TvjybG0J2GDvZ3wxezNuxk/LsfmtOssDORXwdpWrNBZDum3WisD+zfejNzLH5p+DhyN+S41eAx7MT8G1ekG9/vx777d3o2Fs5m3Bx9aXAO3FjCzdlhexX9S8xXcbJCXz5xye9MnNv2HOwDyV/xgfhged4v8Tu5aWIMMcaqxxjr5fXoXfQr+fu+iZNwJZpJ/A4xebMbea9BWP3LKjpRU7DkAUr3rnH7A/y35tawe9rwcXzNPI7NBo9hVGF+pqfo6SHBtbIPjwfBV3o4Fl5k/ttvN3gMaZXRMlcmpFfuhlhW52qFPtgJuhLndmEOdp3kr/hAfLAc55f4XXxtSf8mMYYYY5VjjKMexXwPNW6W17ftmL6Z43b8KZl4pbyG3i4/N10XP1f43LtNdMBG1P806MZAB2zuBlbqu7CKXkY9T7g8PGnP3pSAfkg24k9NyVmtyZuVc5FfW61J12uYu7/Km4s+yn1boal5kALDb7H8FQXfenzOFkmQeVDfvTi37Tk4lLE9MoTFB+KDpX2PLNrSyvFllAUQY4gxVj3GOOp0xXH8oIFjWC+/P57P+L5pbP7UtQT698ADj7fhSQ+MU8eOuGl16Uld2Zq1mLwq4P7A/q3XKgRvTa5cyN2JuenXAs8tOHfT6qQ+v+aX+wB8r4EA9PgKs+/luEhxxONYzqYVD2I4dem+RndetRXndn8ODi3pMDKExQfig4WcieWVSLjb8L9FjCHGEGOMV2Vjw40lXHMmbTDaWAndUQ0TO3XO5YEP2IeZfXHK3GaFbEY9dX7P68pW7cTqvM3xPHNMPmv4OF5F+/X8krUFbnY+RP83+fgUy3/F91b8+7T/xYT4IV0bd8u+buqm9NkAbs62K/x7r7vkdyrObWMO9o3kr/hAfNCNeVbHitjH0ezKUDGGGEOMMfmalnse3yypX9Lit+PlIH40PWfeLjChP8Zq7MJ7NbMvYFWsR7XaNZParq7s9Bfy0ErZfM8cl6OG505u/bWtJfRJ1Rgg3SAMZTXH3VjeK77pXO6N6cubFQLEW2VAWvdNWt9X+N+u8G897ZLfqTh3mXOwryR/xQfig2adGvO92rfFD2IMMYYYY7qz0c1Stjfi34dnjdqYI4mTnlzdidXZfffEjD76Fer94makatuL4bwO1GdfpwTxQ6pbtRP5NeqafNUnd9OIL0vql+3Mm940Hl4u6YZzWVIMsx+zX+Fb9DqVkgXH35JI///LC5yz+1FfLb90bi/0+Dzm1pJ7H3Qtzl3WHBx6vDUyhMUH4oO57ca/JRL6lOMQY4gxxBj1XV+b3kxzXBx09LMfLutD72RM8pSRvxWrk/Q96kyMr4/zoxxMsCpu1hAIpC8AdX67cV2bdI4+6Z6VkQL9vfh3tcfvMpjdjf6XeJgkrdKYtP/BswXjnfUJiZvvUc9bUyfKm7s6VuosawMaxLnLnINDIPmL+KA5G/Fv4nS3J8cuxkCMke9e5NcrX/ZYPfqQbanldNM/dCcOlh/vlu12eRCbxuz/VsGlDQFSvZ5UfywlwtX5ZZXs1BAApKd7Z3VlJ0z7Inyqe1ZOugm6UM7z7VitHYsvlDFPupF6EItvOnE6/n0F8/AGqImNHNL5ehL5rwy3UUMSce4y5+BQSP4iPmjO7TH3KH1YnCLGQIxRzYvMcfqkhX45mhRXOgTohPSEOXe302ntmq7sjE+CNGjkpmx/wk3ZZsOfnYLoh3PeoKW3v6zMgW6R/IXmfDg2lx6IMcQYDFJuDuNyC8d2mPz9YY4AXfE66tn1lW6YtXvteV0ElaUbr3E1EtMbE8vcG+DMmJvanGbeQ7dI/kIzLse/r59vdPyYxRhQ3Vbm+PwZ7bzVcDin3zhVQBc8iMUTv+9itV4j7/s59doJVLM25Waord2uH1W8Tu86jdApkr/QjOPf1w87frxiDJhPbr3ftpKvbZacAPjLxVi8zm961UJ97O5Ir5RM28HZaydQ3aQkTXrVsc1Nq26HtzOgr26U83Jau6CboJIL8e/K2a4vehBjwHzeZo7Pmy0c28aRz7/hVAFtOlkGFer8Dsu1GefrrS6CSq5OmU93O3B89zOv1a+dSgAG7uWx77696PZGb2IMmE9KruYuYttu4fjWyzmcNsE743QBbTkR9dT5faArO+f9jHP2UBdBJdNq32115BjfZVyv95xKAAbsbExOBqUFL+nV73vlz3XlLTgxBsznYma+4pOuAlZZ1TpOk77klQ/olp2wUhvqvpGcNJe+9GzuW/UPwJC9rHAf8ysOFkykVXkXW7qnEWPA/B5nznX1doGVdSkWr/Obnp7bNKx79jLOnfqBkO9Wj250vsyY+8+dTgAG6uSC9zdpT4z0VuT1OHidXIwhxqDbPmbO7au6ClhFaWO277FY4jc9KT+vKztnJ/P8ndRVkO1Fj250XsyY+/edTgAGajcWf6vx6L1OWkV8UYwhxqCTtirM5bUaP3dN1wN9kIqOf6ghILJbZTflrPrd101QybQ6d13b2XrWja+SLwAMUVqp+yPqS/4ebene6ZIYQ4xBp9zMnL/va/zMlPj9GgdvQJ9yCobz5bFTtE1dwcA8rSEASoGIOr/dcz3z/Hkli1WWdtq9XDFg258yn1707MZMqR7ajnPnmYMAs9yKZhK/x5NIdV83xRiIMeaTu3H9vRo/80b8KX9Jz6RVkKnIekqaPCwH0NcjA2WkixiQGzUEPamujlcduvklm1vK447uYoUCzzTe0wOrtGrn55F5sFPhb02rcfeuY//uxzOu34hzlxXn1jkHAaZJi1L2o/nk73/ldexyjccuxkCMMd9n5670P1fj5x6+QW0DuQ5LT6EulAPwQdFeFe1zTC8In/43dTEZiq1jN13q/A7L8wrn0StZDEFKLG3HQQIpBZ3pqf7L+DfBNK6lByVVHmJNu6Hs2pP/91OO9bZhI86tMc5d5hwEmOZSLCfx28RiCjEGYozqLkb+BvUnGrjO2ECuY67GYptafdKFDMR6eYFeNMiRNOym6xXP47Yuo8fSzcWiD7JeV/zMNz2ZU+la/ysk28S5zca5bcxBgGnSw6i0KjW9ZZAWROyVbVaCatH2uIZjF2MgxqjuceSXq6zLp7BItLMulRf99ITqyxwX/ge6kIF4EYsHN+ZDN1Vd0Z1+Vr1m+mx05Kbu8Dv+V8Xr2d2Kn3l/xt+72ZG+mVba556hI86t6Xu9jTkIMK+UlEyvpl8rv89fz3HNmtZ2Fzw+MQZijOpyN7Af1Xj/0cQGcjQobTLxMHOg7OguBqCOOr/vwtPcLtqo8MXX1dphUJdUkib3DYeq5WtmvVqW5mHbD1XSNfpbh4+P4ce5Tc5BgDqlVaypbm/aCHuR1Y11lDwQYyDGqCZtGJuTjK5rhe6ZY9eJW4ZCv3yK2bVN13UTA0iGLPpk+2vYkbuL5kn81vV6GnTVVkYwOE/9vHRT82XG32279teTKYGvUi/i3GXFuU3NQYCmpMTmjfh7o6qqLV33Ls75+WIMxBjV5JY8rKP0RMqDHK/LvWUI9Mu7UIuMYVuPxXe9TRfus7qyc+ZN/HrVllUw6wZq3u/32zH7QVlb9b9uTjmuG4aEOHfJce6XEGMD/XQlZie2pm1kOe+CGTEGYox8uRud31/gM9JDmevx75sBX5z+4d0cSpDQd69i8VeYvNLQPSkZv0hS/7IuZMW/3+etnbeWcUO4F8t/9TH9e35Ht+sEslpxblNzEGBZUlJznnIQ8ya9xBiIMfJ9y5yPacX8ZkZLZR0uxMHq/ZT/eDxl/nuLtmfOxOxX0s7oJnrsbiye+H2iGzvlRHleF91hXQkPhj5PZs2BzQX+/nbGHEyrIZaxOudkTH4NM721ccVwEOe2EOc2PQcBliVdq97PEWvP+/0rxkCMMduFqG+zxv+WOL9pya0ZJ3RfF9FjddT5TU/TNnRlZ6TdVj/H4l9W33UlA3d2xhyo41WtixnX2PQ5Ta2yT8m1GzF51cV+2ExLnNtenLuMOQiwTPcrxtuLbIAmxkCMUe98rLOlublmCPTLy7AhEsO0GYttVnB4UfOl3g0p6fu2xi+st7qUgRvNmAPPavqcczH7lbfDVzSv1fSZp8uAe1LZl7RaaFdQSstx7rLmIMAyTSt/UHeZNTEGYozJPkZ7yd9XTn//zKoRMtJF9FB6UjvvBgVd2k121aVVU/dj8c36PNhiFT1d4vf7ejmncube1zJgvFHe1OW8WZFKtKQVQHfL3/095YYsvZqpXBVdiHOfhhgbGKZR5CeAX4gxEGPU7lSFOfggDh5YzGoP4+DB9NuMf5sNDnvmfMZAOambGGDSQ53f7tmMg9W9KfBKG0R8j2afVtrAj6H7EMuvNboV822wmeZ7Kueyd6Sl2oJptU9O6Z798tqhRA9dinPbmIMAy5L7ynlKmtaxSlaMgRjjj8uZ4//zAp+xXeZEfoc8Ye/N2gjrnS6ih25GPcnB9JT6mdZIez5H4FV3u2CqMGAnY/pqgKZrjZ4uY4y9qPZqaNU6grtF24nl7/iNOLfrcxBgGV5nfmefFWMgxqjVk1je264PQ56w9/ZmDJS7uoieSU+EZ+0Mq2mpnTJdGLCL0Z1ao+km7VoZU7wsb6iqPPBJK3bSqps3cfDaWroRs9qArse5XZqDAE05k3nv1dQbd2IMVjHGSHL3NqqjjOX5kCfstVQ7Z9aTsou6iZ6N6c8hqak1+/oL9MGs2nijDhxjurnaLAPKnWNtq/zfvGJJX+PcPsxBgDo8iO7ttSHGYMgxxlbkb15fxzjfDHnCXtuJ5dTmgWWZpwaUtprtuenCwM3a/XdTFyHObTTONQeBVbEZs1f/vtZNiDFqM6vkxGF7X+MclyfssUczBspLXUSP1FXnV1uN5lUVhiw94Z+2GmFfFyHObTTONQeBVfMilpOEglWPMXLm22G7U9PnnQl5wl6btQPxdV1ET6SNu9rYMEzrb7ts2jBgOzPG/1NdhDi30TjXHARWzdUZ1z2bXCLGqEfagPB75j3vdo35FnnCnsqpUaLQOX0Zy7nFzjXtsJ0xdRiwWasRBG2Ic5uNc81BYNWk18CnLcaR/EWMUY9ZG8oetm9xkCiuw43yb/4OecLeuRaezDEMr0MiU6vWftb4RQhdNGs1wmldhDjXHASo2Xv5BcQYjY/1nA0W6y7P8LD8m++c/v55MmOgPNJF9MBuSGRq1dsHU4cBm7UaQa1RxLnNxrnmILCqptUhlfxFjFGPz5n3vFdr/Mx7cVBq4rbT3z9fZgyUS7qIjjsf6vxq87Unpg8DthNqjUKbca45CKyqe1OufR91D2KMheWUnDhspxr4/DWnv1+2YvYr0U4qXR/DuUXONe14u2sKMWBqjSJGaDfONQeBVXVjyrXvje5BjLGwWRsrHrb3ThXJaMZAUceDLjsR0+tJadqsdtk0YsDUGkWc226caw4Crr//tme6BzHGwp6HxU5U8GrGQLmni+iwWStqNK2NV2CgC9QahXbjXHMQWGWjKde/Xd2DGGNh3zLvd7ecKpJZr8tv6yI66nLk17jRNJtNsGp2Qq1RaDPONQeBVXY7lrP5FKxijHEh8343JYhPOFWcnzFQrEigq9KF9GdIXmqLtZemEgO2G2qNIs5tM841BwFxiAVmiDGacC/6ubn5VliJ3MkbQ4kRuig9ufocEpfa4u2x6cSAvQ21RhHnthnnmoPAKnsakzfBAjHGYmaVnOjiKvuUx/kUB29vXzGElmtvxkC5oYvoUSChaVWbaxxDpdYotBvnmoPAqvs04fr3XNcgxljIWtF+ZN7vnuxQn90vjynFR2cMoeXZKNqvsCKBfrkWEpZafe2cKcVA7YRao4hz24xzzUFglW1Nuf5d0j2IMRZyKfNe90OH+uxi/Hko/toQWq7RjIHyXhfRMeczLrKaltvSK2eK3zNUu6HWKOLcNuNccxBwDf63fRV/I8ZY2OPM+93djvRXWuV7dHM8D4CW7MmMgXJXF9EhG2WwIGmp1dU84GLI3swY/5u6CHGuOQjQkI/R7WQU9DnG2M+8393pSB7n6PF+i4OyFSzRuxkD5eKM37+c8TNQlxchWanV216ZVgxUqjU67S0JDz4Q5zYb55qDwCrbmXDt+1EmgkCMMX+MkWr4/s64101xSBeSrMc3v71v+CzXxowB83PGQEn1S76XA8oFnKbthkSlVn/zdgNDdSH68QoYDDXONQeBVTZpI6zbugYxxsIxxvXoz1uur8KeO627OGOgvJnyu2vlQJK1Z1ljNefJlqZVbd5cYKh2o/uvgMGQ41xzEFhVVydc91JCWK1fxBiLxxi5b0Q/brGP0lx/Hd586oQ7MwbKrYzB9jHU6qBZ6anYt5Ck1JppJ00xBmpardGuvAIGQ45zzUGgC1IJmt3ymvS5aF/KhMzN8j6rbqfi702djtb4PO10IMaoJcbIzY9ca6l/zpbXm3HHNDJ8lm/W04KtCb93/0jgelY30mICQ9MWaV9NLwZ8ozet1uieLkKc22icaw4CXYkHpm0K9bu8Vp6q6fPSSr/3Mf4VeK95I8aoJ8a4VOF+d3vJ/ZKuJQ9j8lvbHn635PMcSZG7R37mui6kYbN20NS0Rdo7U4yBUmsU2o1zzUGgC3YzY+K0Cduohs8b94r3zzJZBWKMemKMR9G95G/6nIflfJ92PE8MnXZU3YE4LV0/zOA/03007GpITmrNtsemGQN1L9QahTbjXHMQ6IJXFWPjdO1bn+Nz0kq+cSsh06vpVvwixqgvxtiIaiUxm9yfK5VxuREHD31y92c6b+i0Y9bTv8MLf6qJ+fzYYLZUm6ZdiYMn0JrWVNsyzRio16HWKLQZ55qDQBe8jeqLIz5XTNBsxfhSDx/E2ogxao8xqr4ZnZKyt2O+hzrHnYmDGsJphe+7yE/4Hr0m0JIfGYP2ffz9VGM/bJAEAF11IqqvRgBxbn1xrjkIdMWstxCmJYzSG3KbU/52ulbuxvjXvNPvrut+xBi1xhh3Y/43XtNxpITtk3LephW7o2PtVvm/7ZY/l1YovymP+2cs/tbtXcOmPR8qnqy0M+gZ3QYAnXU22nv9C8S55iDQHSnR9D0WS9h8LNqDOEgO3YyDVX9p08pxD7lSkuiCbkeMUVuMcbqcdx+j3+UWf5f/FlpyO6q9/iHxCwDddmvG97lNVxDnNhvnmoNAl6SNmL5Es4mdlPQdxcGbDyDGWCzGSA9t0orbrzGcvXbeGDLtWovpuxQeZujT0z2vbQBA972I6a+gqTWKOLfZONccBLombRL1NKrX6Jz1GnlK6KQHWpK+iDHqizE2Y3gbrV8zZLrxRZDqeRx/qpCe3qVaPdu6CAB6Y9rqnte6B3Fu43GuOQh0VVpRmN5OSBvBVU0Ep2Tvh/Kaej0sDgO5NHrrVBw8ZXAhB4D+2Z5x43ZbFyHObTTONQeBvkgrF9Or6FfiYPOn3WPtThyUcrhctC05Amg9xgAAgP9tCDEt8XRKF4E5CAAAAED/PI/pu3UD5iAAAAAAPZQ2k5qUeLqpe8AcBAAAAKB/ptUa/RkHm1IA5iAAAAAAPXM/JieeXuseMAcBAAAA6Kd3MTnxdEX3gDkIAAAAQP+cLtqvGJ902i/aCV0E5iAAAAAA/XMrJq84vKV7wBwEAAAAoF1pdeDlou0W7WbRNjN/L9UTHZd0+la0dd0K5iAAAAAA7TkbB6+HH00c/S7ajRm/N+1185FuBXMQAAAAgPacjIMVgpNeG9+a8rt3J/zOh1BnFMxBAAAAAFo1rV5oancm/F5KLO2P+fm0WvG8bgVzEAAAAIB2vYrpiafdCb83mvDz93UpmIMAAAAAtO9tTE88XR3zO2nF4ccxP/subDAF5iAAAAAAnfAgJied3sf4uqHjfie9fn5Sd4I5CAAAwGLWirZZ/l9WR9rV/VrZTusOapI2k0o1Qsclni6P+fkrY37+U3lNAsxBAAAA5nShaHtF+1ne7P0q2tOQCBy69Arv82M3+7/Lc7+he6jB/RifeHoUf1Ydnix/7njS6U1YbQjmIAAAAAu5E5NXBv0o2rYuGqyXMfmV4A9hBTj1eDTl+vJlzH//XrRbMf6VdMAcBAAAINPZmJz4PWzpxtAmL8OzM+O8p/ZQN1GT83GwyvznhLGWrkNpQ6mbYaUhmIMAAADU4kXMTgCmdltXDc5uxnlPSQKrf6lTGk+pzMzVoo2Kdr1o50KZETAHAQAAqF165TMn+ftSVw3Om8xzf05XAQAAAED/zCr5cNj2dNXgvM089zu6CgAAAAD651PkJQCf6qrBeZh57k/pKgAAAADon7uRlwC8oqsG52rGef+omwAAAACgn9aLth/TE4CvinZCVw1OOqefp5z3X6HeLwAAAAD02umivYvxCcBncZAgZpjOFO3LmPOeNgK8qnsAAAAAYBguFG03DhK+D8JGX6tirWjXivY4Dmo73wp1fgEAAAAAAAAAAAAAAAAAAAAAAAAAAAAAAAAAAAAAAAAAAAAAAAAAAAAAAAAAAAAAAAAAAAAAAAAAAAAAiDNFu1y0U7pipWwUbadom7oCAAAAAPrtMNl3p2jPivahaD+L9l/ZdnTRIK0X7WzRrhftYdFeF+3rkfM+0kUAAAAA0G0pubsdB0nclOi7V7SX8W+Sd1z7XrQ1Xdhrp4t2IQ6SuQ+K9qpon4v2e8p5T//bSV0HAAAAAN10O2Ynd2e117qxl67GQeJ+3vP+SRcCAAAAQHeNirZ3pL0v2q+olgS8qxt76dKRc/4lpq/yHdce6EIAAAAA6J/zcfDaf04S8LzuGoy0gd/DzPO+o7sAAAAAoJ+2YvZq0G9LPqa9FWttrar+NOO8p9Xh66YIAAAAAPRXKgfQpXq//61Ye9bSeX8X6jwDAAAAwKDNSv7eXPLxSP5247yr8wwAAAAAPXYiZicnN5d8TJK/zUt1f2eV+zhjegAAAABAf52N6QnALy0ck+Rv827NOKZ9UwMAAAAA+m0U3UtMSv427+WMY3psagAAAABAvz2N6UnAUQvHJPnbvG8dPO8AAAAAQI0+RLfq/dK88zE7IX1SNwEAAABAf6UE37RNv77ookG6G9MTv+90EQAAAAD028XoXjkCmrc347zf1UUAAAAA0G9pUy91X1fLekxf7Z3aRd0EAAAAAP32MdT7XTU7M875z6Kt6SYAAAAA6K+NmL4CdF8XDdKjmJ78famLAAAAAKDfdmJ6EvCpLhqkDzPO+3VdBAAAAAD9NmsFqCTg8OTU+z2pmwAAAACg32atAD2tiwbn2oxz/kUXAQAAAEC/zVoBqt7vMD2J6cnfR7oIAAAAAPptJ9T7XUVfZpz3S7oIAAAAAPpNvd/VszXjnP8s2ppuAgAAAIB+U+939YxmnPN3uggAAAAA+q0P9X43V6ydXEKfvorpyd97pgYAAAAA9NtOdL/e738r1p4toU+/zziGbVMDAAAAAPptN7pf71fyt17nZ3z+vmkBAAAAAP33Nrpf71fyt167Mz7/pWkBAAAAAP3Wh3q/EZK/ddub8fk3TA0AAAAA6Led6H693wjJ3zptFO1XdH+1NwAAAACwgN3ofr3fCMnfOo1mfPZ70wIAAAAA+u9NTE8EbnbkOJ+tWGuy7MKTGef8rmkBAAAAAP2W6v1Oe/3fCtBhehfTk78XZ/z+5YyfAQAAAABadCGmJwF3ddHgpHq/0zb4+1m0tSm/n2oBf4+DhwYbuhMAAAAAumk3pid/d3TR4Fyccc7fTPndlBR+X/7cfV0JAAAAAN01rd5vWtm5posG505MT/7emvK7L8qf+WhsAAAAAEB3zar3u6eLBulFTE/+bk34vfvx56HAWd0IAAAAAN2l3u9q+jzlnH+d8Dt3j/zMdV0IAAAAAN12L9T7XUXTVnu/H/PzqQzE4QZxz3QfAAAAAHTf61DvdxVNS/j/iINyIMnJoj2PvxPDxgQAAAAAdNyJqL4ClGH4EbMTwO+PjY/9OEgGAwAAAAAdlzbsmpYAvK+LBuvDjHN/vH0p2hndBgAAAAD9kOq4Tkv4XdJFg3U78hO/aXM4iV8AAAAA6JEXMf21f7Vdhyud288xPembNnh7GH/q/wIAAAAAPZFe5Z+U+HutewZvo2hPivb12LlPtX0fF21bFwEAAABA/6TE3rRVn7d10Uo5VbTNsMoXAAAAAHrvZkxP/p7SRQAAAAAA/fM8Jid+P+oeAAAAAIB+Shu6TUr+3tQ9AAAAAAD9M63e78842AgMAAAAAICeuR+Tk7+vdQ8AAAAAQD+9i8nJ3yu6BwAAAACgf04X7VeMT/zuF+2ELgIAAAAA6J9bMXnV7y3dAwAAAADQrrRC93LRdot2s2ibmb+XavqOS/x+K9q6bgUAAAAAaM/ZOCjRcDR5+7toN2b83rSSDyPdCgAAAADQnpNxsEp3UumGrSm/e3fC73wItX4BAAAAAFo1rWZvancm/F5K7u6P+fm0Yvi8bgUAAAAAaNermJ783Z3we6MJP39flwIAAAAAtO9tTE/+Xh3zO2nV78cxP/subPIGAAAAANAJD2Jy4vd9jK/dO+53UgmIk7oTAAAAAKAb0oZuqU7vuOTv5TE/f2XMz38q2qauBAAAAADollSnd1zy91H8Wfl7svy544nfN2HFLwAAAABAZ6VE77gE8I+ifRnz378X7VaMLwsBAAAAAECHnC/a86L9jPGJ4LTqN23qdjOs9gUAAAAA6J21ol0o2tWijYp2vWjnirahawAAAAD66/8AsZ/3DLbBZXYAAAHidEVYdE1hdGhNTAA8bWF0aCB4bWxucz0iaHR0cDovL3d3dy53My5vcmcvMTk5OC9NYXRoL01hdGhNTCI+PG1zdHlsZSBtYXRoc2l6ZT0iMjJweCI+PG1zdWI+PG1pPiYjeDNDNDs8L21pPjxtaT5pPC9taT48L21zdWI+PG1vPj08L21vPjxtdW5kZXJvdmVyPjxtbz4mI3gyMjExOzwvbW8+PG1yb3c+PG1pPmo8L21pPjxtbz49PC9tbz48bWk+aTwvbWk+PC9tcm93Pjxtbj40PC9tbj48L211bmRlcm92ZXI+PG1zdWI+PG1pPm08L21pPjxtaT5qPC9taT48L21zdWI+PG1pPmc8L21pPjxtbz4mI3gyMDBBOzwvbW8+PG1zdWI+PG1pPnI8L21pPjxtcm93PjxtaT5pPC9taT48bWk+ajwvbWk+PC9tcm93PjwvbXN1Yj48bW8+KzwvbW8+PG1zdWI+PG1pPm08L21pPjxtbj41PC9tbj48L21zdWI+PG1pPmc8L21pPjxtbz4mI3gyMDBBOzwvbW8+PG1zdWI+PG1pPnI8L21pPjxtcm93PjxtaT5pPC9taT48bWk+RTwvbWk+PC9tcm93PjwvbXN1Yj48L21zdHlsZT48L21hdGg+jeM5DwAAAABJRU5ErkJggg==\&quot;,\&quot;slideId\&quot;:314,\&quot;accessibleText\&quot;:\&quot;tau （ 小写 ） 下标 i 等于 加总 从 j 等于 i 到 4 对 m 下标 j g   r 下标 i j 结束下标 加 m 下标 5 g   r 下标 i E 结束下标\&quot;,\&quot;imageHeight\&quot;:67.04},{\&quot;mathml\&quot;:\&quot;&lt;math style=\\\&quot;font-family:stix;font-size:22px;\\\&quot; xmlns=\\\&quot;http://www.w3.org/1998/Math/MathML\\\&quot;&gt;&lt;mi&gt;q&lt;/mi&gt;&lt;mo&gt;=&lt;/mo&gt;&lt;mo&gt;[&lt;/mo&gt;&lt;msub&gt;&lt;mi&gt;&amp;#x3B8;&lt;/mi&gt;&lt;mn&gt;1&lt;/mn&gt;&lt;/msub&gt;&lt;mo&gt;,&lt;/mo&gt;&lt;msub&gt;&lt;mi&gt;&amp;#x3B8;&lt;/mi&gt;&lt;mn&gt;2&lt;/mn&gt;&lt;/msub&gt;&lt;mo&gt;,&lt;/mo&gt;&lt;msub&gt;&lt;mi&gt;&amp;#x3B8;&lt;/mi&gt;&lt;mn&gt;3&lt;/mn&gt;&lt;/msub&gt;&lt;mo&gt;,&lt;/mo&gt;&lt;msub&gt;&lt;mi&gt;&amp;#x3B8;&lt;/mi&gt;&lt;mn&gt;4&lt;/mn&gt;&lt;/msub&gt;&lt;msup&gt;&lt;mo&gt;]&lt;/mo&gt;&lt;mi&gt;T&lt;/mi&gt;&lt;/msup&gt;&lt;/math&gt;\&quot;,\&quot;base64Image\&quot;:\&quot;iVBORw0KGgoAAAANSUhEUgAABD8AAACoCAYAAADn5UWmAAAACXBIWXMAAA7EAAAOxAGVKw4bAAAABGJhU0UAAABshCC/7QAAI3lJREFUeNrt3S90FMvWxuESEREIBAKBiEAgEAgEAhERERGBiEAgIhARCAQCgchaCEQEAoFAIBAIBAIRgUAgEBEIBAKBQCAQCAQCcb7sm8nHZJhkqmZ6+s/081ur1r2Hw5murqq3q/rtqr1TAgAAAAAAfefSQVld0HJW9wIAAAAAgP2D8t+ClnO6FwAAAACAfhM7I/6kxTQ+9nUvAAAAAADYSIu76+OB7gUAAAAAAI9TmaHw/aB8OCh7B+XZQXl4UHYGZfugbA2Vt5m/+XXkvxst9wb1fH1QfhTUdVX3AgAAAACASWZC/PvnB2XzoFwo/O2PKc+keFrwm0uDuryf8Js/D8qy7gUAAAAAoN9cTiebB5/SocmwNOVvh1GSG0tkbcpr3D/lGi90LwAAAAAAuJPGGwc7aXrT44gbKc/4+J1mS0d7+4TfvaN7AQAAAADAq/SvEbFZ0W8/Snnmx5sKrjXuCMwV3QsAAAAAAEbjfWxU+NtfUp75ca+Ca62lfwOoLuleAAAAAAD6zWi8j2cV/vbFlJ+R5VIF1wuj4+fQbz7RvQAAAAAAYDjeR+zSOFPhb99NecbHlwqvOZxZ5qbuBQAAAAAAr9Nfs2Cz4t/eS3nmx/MKr/ku/Y1bcl73AgAAAADQbyK7ylGK2NcV//ZyOjQgcsyPKmOMHJkfb3UvAAAAAAAI0+HIgFit+LevpjzjI8yXsxVedz/9TdMLAK0iAhNFoKU4bxgBlt4OHlpfh0qc3Yttc5EqK3KFL2s20AItgBZoAbRAC5iJ3YFRsDeH376X8syPdxVf99vgd6/pXgBtIAIpxZnCyOf9M+VHgT4qvw7Ky1RNVGiAFgBaAGgBfeRVOtx5sTmH336b6ktxO0zcz3ddC8yfcE+f11y6RGxp25lyMj9pm1y0ua8cSLRAC6AFWgAt0EKFXG9gXX+7gfuMMbJU8W+GiZcb7+NaxfdyPx3ulgIwZ75WNGGVlK4QD/Pvp9zH+3SYDuva4MF1ZvD/X2S0QWwBXTH8QAu0AFqgBdACLVTEVgPr+ucL0nabKT/F7ZKhBjA/FsX8uJAOt26eVP/P6fCM6qTJ58+Edoi2l84KtEALoAVaAC3QAvOjWV707H4B5kdh+XFQPqTDoD8lpe2Txo9T7vlpyt+OuZPy3OMzhiFogRZAC7QAWqCFGVmfYl0ehtUv5sepO5nmleIWQMvNj3g4RnTuiwvWDrF97TTHN75Q3JriNz9ltOkTwxC0QAugBVoALdBCQ4RpdTOzTxbR/LhQcL9nDRegH+ZHpGFaxEjc8cD7WPGkfsR24iKDFmgBtEALoAVa6IYJ8qaH5setzHv9YIgA/TE/1hfw/iMX/fcJk/rWjJNIzlbCWFgIngRaoAXQAi2AFmihSWJnw7eemR+58T4eGR5AP8yPHwt472vp9LOrUbYruM671F9zCbRAC6AFWgAt0EK3uN0z8+NHqj/FLYAWmx8vF+y+YxKdlMt7t6JrPcps4z3DEbRAC6AFWgAt0ELDXOyR+XEt8z5jF5QdSEBPzI+HC3TPkcd7Uoq1vQofcLnnCGOhIYgSaIEWQAu0AFqghab52RPz42Hmfb4xJID+mB87C3K/sY1z0vnS2PpWZW75SynfPd8yJEELtABaoAXQAi105B2h6+bHfuZ93jEkAOZHl1hNeTm8b1Z83aWCif2pIQlaoAXQAi2AFmiB+TF3Iuju78z7XDEkAOZHV4iziznb9+Y1seZO7J8MSdACLYAWaAG0QAvMj7mzlnmPHw0HgPnRFc4dlC8Z9xhtcWZOdciNIh3nbJcNS9ACLYAWaAG0QAvMj7nyOPMedw0HgPnRBWI75YfMe9xoQTtHuWpYghZoAbRAC6AFWmB+zJXPmfe4ajgAzI8u8DTz/l61pJ3nvcBAf6EFgBYAWgDz45DcdL4RBNiOI4D50Xq2Ch5qF1o0sd83LEELtABaoAXQAi0wP+bGnSTFLeDBtiDmx5WUH735XovaeZHSCoMWaAG0QAugBVpgfrSR5y3SAADmx9TE1rRPmfcVZ/2WWjaxPzEsQQu0AFqgBdACLTA/5sa3zPu7YigAzI82k3uGtc6zo38K6vTcsAQt0AJogRZAC7TA/JgL11K+AQiA+dFaNgom0Tpzdv+XTOygBVoALdACaIEWmB9N8zDz3p4aBgDzo61E/vkvKX8CvVFTvZZM7KAFWgAt0AJogRaYH61gL/PeNg0DgPnRVnIDF0V5W2O9VkzsoAVaAC3QAmiBFpgfjRNxb35l3FcEBT5rGADMjzaylsrOjF6vsW6XTOygBVoALdACaIEWmB+Ns555Xx8MAYD50UbCwd0vmDj3aq7fRuHEvmtYghZoAbRAC6AFWmB+VE5u0N/7hgDA/GgjO4UT52rN9dsqrN+OYQlaoAXQAi2AFmiB+VE5uSlurxkCAPOjbawclJ8Fk+a7Diw8TOygBVoALdACaIEWmB/Vcj7zniImyLIhADA/2saTwknzRgN1fFZYx9uGJWiBFkALtABaoAXmR6XcyrynF7ofYH60jQiS9SvlT5iRs36pgXrupfYvPtBtaAGgBYAWwPw4nZeZ97St+wHmR9t4VThhNpWr+3Nq93lbdB9aAGgBoAUwP04mzL3cY2DndX9+o14aCPNmOgziE2Vj8OcA86MaLqeytG0R3KiJs3tnC+v5n2cFaIEWQAu0AFqgBeZHpVzNvJ/Puv5klgdGx8N0mEZqkoBjED0+KBc0HZgfM/G8cLJ80PIH7XA5Z1iCFmgBtEALoAVaYH5Uxr3M+3mk6/8lDI8IhPJzCtFG+T3ogHHcHQyiSeWKbkBPzY+VVPalIPR2tqG6bhU+G74bkqAFWgAt0AJogRaYH5XyNvN+1nT9IXGkJY6y7Ke89DjvBwbJ80Fj/x7z9+6Puc6PxPkE8+M0HhdOlq8brOtuYV0/GpKgBVoALdACaIEWmB+VEe/NOaZg/J0zuv4wCNCkARDmRqRrCrdo3Lm5cFXvjjE3bg79nY3MQfZJl6Cn5kfoqHTH1fUG6/uuQ4sQdAtaAGgBoAUwPyaznnkvr/re6RFUZy+z01cyfzOix75Px+OAHKWWyk2/s0uP6Kn5kXtery1Bi34X1pe2QQu0AFqgBdACLTA/quNR5r3c6fsD5FfGQ2Oa2BuxM2T4+MzNVJZ+R7wP9NH8WCqo71G512B9L6byeEBbhiRogRZAC7QAWqAF5kdlfEqyCZ1IZGLJCYgSuzRmibuxMmSuxG+tZXbKV1pET82P3C1rw6XJzEo3p6jvZUMStEALoAVaAC3QAvOjsnf7nHgfw6cxesONdBhJeFIglHsVNc5RUKLY9rWXOcCetaCdjmKgKNOXa8yPYnKPhR2V9w3X92lhff/08aELWqAF0AItgBZogfkxJ+5m3sfjvnXwdoYrFCbFRoXXvDoi6pyOudWCttpK06X4Vf6WVeZHEWdS+dnQuw3X+WNhfd+ZZ0ELtABaoAXQAi0wPyoj1xhc71PnPstokIjHMY+v9b8Kxd+GFLfMD+ZH28fcn4a1cmaKMfHIPAtaoAXQAi2AFmiB+VEZ3zPuId7Hlxkfx42Pqw0PrCj7HX3IKsyPWdkrbN83Ddf3xhRj4lYCaIEWQAu0AFqgBeZHFVzNvIdepFFeyjQ+YhvZ9RYMrDa5nswP5kedTLOdc7vhdt1N3Qo8hm5ACwAtALQA5kceuSlu7/ehQ1+lvG1h835JLXlgtSVIJvOD+VEn03wheDqoc1OlNN3cJ3MsaIEWQAu0AFqgBeZHJcRGhy+Z97C56J2ZG2H4Tg11yRX+lxa1H/OD+VEnL3swHp6YY0ELtABaoAXQAi0wPyphs4PvZXNhJ7MRXqX5p1S6XNApz1rUhswP5kedru3PHoyHjQTQAi2AFmgBtEALzI9ZieNgnwrG2NqidmIEy8lJKRu7LM7WUJ/1gk5p03Yc5gfzoy4u92As/K7peYNuQwsALQC0AObHZFPwTeE4e7CIHXgl5aWVDXOkrtga9zI7pOmUVOPctBVlprLcsQdbU+bHzhQT5ffBfTVV/hTWV+560AItgBZoAbRAC8yP2bh0UN5PqYuLi9R551Jejt+64nwckZuaap/+0FPzozR9WxicTX4hmCbq+gPDELRAC6AFWgAt0ALzo5jYAXVzoIfS8TW6yyjiy9wYGCFnutpxSwUPhzdp/nE+huuV20E79Icemh/x0Cn9QtD0A3hjioftecMQtEALoAVaAC3QAvNjIrG7IwL9RkyPece8id/fH3gJ17vScXcL3J5LNdbrWkHDX6c/9ND8uJ66F0vlaWF9PxqCoAVaAC3QAmiBFpgfWaymZuLPbHWh08LM+JV5Q/drrtvDzHpF8NUl+kMPzY87qVvbOUOnPwrrfNcQBC3QAmiBFkALtMD8wKzkHncJg6Hucz37mXWT2xp9NT9epG5t57yayl3kC4YgaIEWQAu0AFqgBeYHZmG7QFx1p5FdSfnn9G7oSvTU/CjJzx3lZsNt+SCJYA5aoAXQAi2AFmiB+YEaieA4ucdd4jxZ3cdKcreqhUEitzX6aH5ME8ir6S8EpQuRTcMPtEALoAVaAC3QAvMDs7BbIK61BuqXexyH64m+mh+lgbw+N9yOpfX9mTqcQgu0QAugBVoALdCCdwTmR/NEXt6SXR91E85rrlu7ozvRU/PjVuFE+azhdnxcWN9Hhh5ogRZAC7QAWqAF5gdm4U2BuG43UL+dJMUtmB+TKD0beq/hdvxSUNcwPy8aeqAFWgAt0AJogRaYH5iWKwXi+n5QlmuuX1wvN81TDDgpbtFX8+NV4cS+1mAbrhfW9a1hB1qgBdACLYAWaIH5gVl4XiCunQbqd6Ogfo91J3psfrwvnCzPN9iGpenmbhp2oAVaAC3QAmiBFpgfmJaVlB9LI/7euZY/rDZ0KXpsfpRskfzRYPvFguJ3QV3jvpYNO9ACLYAWaAG0QAvMD0xLyfm3Nw3U72pB/eJBIcUt+mx+fEvd2CJ5N5V90dg25EALtABaoAXQAi0wPzALJS7orQbq966gflLcou/mR0n++hcNtt/nVPZFQ+o20AItgBZoAbRAC8wPTE1J/ugmdlWU7PqIcl+Xosfmx/nUjZRoG8k5VtACLYAWaAG0QAvMD9TIowJxvW6gfm8LHwAruhQ9Nj9WUjdSuJWk1XaOFbRAC6AFWgAt0ALzA7V1ThMPgdJdH1870N5XBi/DyvRlhflxIhcLNbPVQLtdSmXbTrcSQAu0AFqgBdACLTA/UOND4FrN9XtXWL8uDKCtwntS/i2rzI8TuV7Ylk3E8HlcUL/9g7LkUQ1aoAXQAi2AFmiB+YFZuF0gsHAh69xWdWuKl+J15gfzo+fmx2phW67V3GYRkOtXQf2ue0yDFmgBtEALoAVaYH5gVl4UCOxjjfUKF7MkA81RMNYunHljfjA/2jSx192W91M3oqyjf4tcWgAt0AJogRbA/FhgSnJd1xns9MEUL8RdSXHL/GB+9HVij0xR3zPrFV8+LnhEgxZoAbRAC6AFWmB+YFaWCx8AD2uq18pB+Tl03U+Z9etKilvmB/OjrxP7TkG9pKwGLdACaIEWQAu0wPxAJVwrfABs11CnOO7yYeiakeop9/jLCvOD+cH8+F+U8Da25bmD8iPlH7ETwAu0QAugBVoALdAC8wOVcLPwAVBHxOPh4y6x+2Mts25fO9TuzA/mxzy50NK2fJjyY/dc8XgGLdACaIEWQAu0wPxAVdwvfADMO+Lx5XQ8wnFkotlewIHD/GB+zJOlwra8UUOdVlJ+9PIdj2bQAi2AFmgBtEALzA9UycPUnhfOSO30eehae4MH1NvMuq13qN2vDwa6Mn25xPw4le8Fut6qoT6vMuvyPtnKCVqgBdACLYAWaIH5gYp51hLzY2lgdhxdJx5Kcfbt/EH5k/K2gC3rTjA//p93Bbq+O+e6bGbWI7R+yZACLdACaIEWQAu0wPxA1TwvND/mtbti9PjN5uDPc4+8vNOVYH5Mre15ZnGKHV256bRvG06gBVoALdACaIEWmB9og/kxj2wvW+n47o4XU9RvR1eC+XGM7QJdz/Oh+ySzDs8MpVZxNh2a0nHscDj6/NfBeIlg2V3ZeksLoAVaAC3QApgfyBbdUXlS8fVvjBgfn9KhC5oGD9DclE+2gYH5cZzLBbp+M6c6rKa8Y2vvhnSP5onFbU7gtUhBfqsDi11aAC3QAmiBFsD8wLG0snUfL9kcEf2vERNjPS1eilswP+rkU2bdvs3h2mcGi6Cca1/o+RiKReK9VE9E+Uk8TeWZl2K3XttjLtFCO142YozH+fnddDyA9e5gPRL//mJL6ksLtDAvoh0iVenWYG3wdEgLzwZ/tjX4O0u0QAuW2v9wK/2bCOEc8wM53Ch8mEVg0fMVXHcr/et23hr5O88MGDA/ZuJRgbbPVnztnCNrX1v0otOU6bE9NIaajl10M02fevptyxe6tNDM+F4b3P+PwvH0dbAGWKMFWlggwyNiNrwZrKVz++DHwHy4Tgu0gP9x9QQNrTA/kMPKFA+zWV7i4uH/ZIzxMS6Scm4aqpu6EcyPsVxOeVsq/6v4JeN+xvV+DurXV9Pj9pix07T5kfsVrImgcLTQLbYqGE/D2+hv0AItdJTlwRr3ewVaiDSnq7RACz0m9LR/QpsxP5DNl1T2IIvjKdPs/ogH9ucTOnx0W9+llL8TRYpbMD9O5n1m/R5UdL31jMVETOpXe2p6bJ0yZpo0P0rOP59W2tyvtDB/rpyyMJ21vKtpcUsLtFAVse79Ngct7KZ6jsPQAi20jdN2zDA/UMlAOs19zj1btZpOzqf96oQHeG4sEiluwfw4nY3M+n2q4FrX0uTtvPH1q48BiiPG0SSjucnn2VZFi9zXLe4DWpgvt1PZdv5pyq+BlmiBFtrOTsrfVTBN2Uvz//hHC7TQJiYZR8wPZJO7y+KkiM7jHr7hFsc2v48TDJSTztDlbrPb0X1gfkwk90vsLF8a4ovvpHP98Tzo2/nVzXSy+dsm82OnwkX5uRb3By3MhwdpvqbHaNmmBVpoKfFB72lNOnid5rsDhBZooS3E++KkXVTMDxTxdsaH2v5g4R7CzTnX+OGUB2GJGcMdBfMjb9LN+SL7dMrfX8uY1LsQ+b1KVgfPuaayaTX58trmOEy0UD33ajY+TgqSTgu00AYm7aaOj3sv0+HRlZ30N9vLm1QeGPi/gf7MC7Sw6Oxl9A/zA0XEVqx5bs8rif58P/N3pLgF8yOfOxl1jGdA6VeHSVvdfw3+zlJPxsM0pkcbzI/NCp/xj1reR7RQHRs1rh3G9dFlWqCFFnH/FMMjjIScD3bxovy6QFe/5vjSRwu00Aa2M8cY8wPFPK5hsfIoQ+BvDBQwPxrT+IfMSfhsmvyFK17m+5KfPtIQjgZOi11wPztiflys8Dn/ZkHmO1o4nfODhftJwcjfDhatV9O/QdJj5+e1wb9/maaPFbI/h5cGWqCFabg6xrCIr/13pxyj11P+EfAX5gVaWFBWCtZRzA8UE7sx9tJ8TI8YuDlBys4ULIKkuAXzYz6T+2kT8srgXk47e/lloPc+fMm4nP4eG/wzeIbeTsfjGd1NeV/xmg7gPOvxx64FoqaF2Rj3oSLG+ZMpFvTLA918Se3Y9k8LtFDCmTFj912aLjPi6At0jgHyK50cQ48WaKGrRPu8LxhjzA9MbYBMk/1lkiOdOyBvZf6mFLdgfkxPzst4GJZPBy8ktwf1/zDhv/uS+rd982iRc3/CQjcnAF7Ti8N4Tk9z5rzLWbhoYTpupvFHUa9VsNh9ksqO0vyYw4sfLdBCCQ/Tv7EhqlqjXsgci7fNC7SwYDwqHGPMD8zE1owPuxB/bGUtjYyce+RFilswP2YjAnyVnCs+Teux2+FG6qcheT7zvlc78ly7nKaPWXJUXnasD2mhnNFMbt9Stdu3twr74w4t0EJDxLj/NfISU/XLbU48ihdzvEdaoIW6GU0L/CrJ9oIaODt44OamgPo5eDjem2ER9KujL5JgfnR1zEYAtscZk8roF95n6fDr71lDIPt52iVTNwJZ7g7q9GXQ5+8GfxZxGiIo3/0TFoZPO9pHtJDHjTFz/zwCj95N7fiqTAu0cBrDxyTepPl81V9Ok+Me1DF/0AIt1LVe+jEyx6xkrLeZH6h8IG4MHm47QyX+eX3wcJjV0bxe8GCR4hbMj+q5MND53TE6j/Op8SXkjC6fmkXc0fY61Zt6kRaa591If2/N8Vo5x8WOvq6epQVaqJkI3Hv0dfrT4J/nRU4KXfMCLSwCr0bGznrmepv5gc7xJOU7qgDzA8yP5hm3IL+iqxeWKyN9/aqGl43cbedrtICauZf+mm9X53ytSUdf2rQ2pgVMy2h65ScF623mBzpHboyRF5oKzA8wP1rBXmJO94nddDzDRB2LzdzdH/doATVzFPvmTg3XujFh/H82L6DjXErHwx/EmD7L/MCici3lH3m5pbnA/ADzoxWMmtZPdPNCM5x2c7ema17JfMY+ogXUyNVBP4cBUkf2jtUJ43/PvIAOs5T+PVJ5tXC9zfxAp7hfYH6c01xgfoD50TjrY+7hsm5eWFbS8XTz52u89qeWLx5poX9EbIebaf7HXXLNj7asMWgB0zAa4PrhFOtt5gc6xefMwbGvqcD8APOjFYx+pXmjixeaWw0+z561fPFIC5g3k469rJoX0FFi7P5Kk7MmMT+wMFxM+bs+vECC+QHmR/NsjKn/VV280BzF+6h710dwr8WLR1pAHZwW8PRbqufoDS2gaiJT6Jd0PJbUxSnX28wPdIadAvPjuuYC8wPMj0aJ7d6ju/We6t6F5+iL7suWvFSNll1awAKzm9ob7JcWMC2jAa1vzrDeZn6gM3zMHBgRQGlJc4H5AeZHY8Qz+E36N5L/Gd3bCy43tMBczdDPbVrAAvM+nZzitukxRwuYhkhrO5zKfFLQXuYHFoJzKX/Xh3ODYH6A+dEs474+rulatMD8uEYLWFAujrwkDpcb5gV0kDg6+TMdP7o16Tgl8wMLwZ0kxS36YX7sairmR8fNj0dj6nxHt6Il5scZWsCCsnPCmG/DsRJawDSM7hTKMa+ZH1gI9grMjxXNhQ4/2F5qKuZHh82PcQvcF8lRRNTDpJgf72kBC0p8Df81Zsy9asGYowVMw1aazsTrovnxjfmB0Qf6nyTFLfphfohZgy6aHzFmX58wURvPaGqx3MSXZlpAE4xL8xwfU5bNC+ggkf3ndzpuXOeO5a6ZH2cK3nOZHz3hZsrf9fFYc6Hj5keUdc3F/OiQ+REG9QcLXLSASaluL9ACFpDNMS9PTxsec7SAaYnxsT80ZmJsX6xwvd028+N6wfsB86MnvCoYFAInYRHMj3C4RT9nfnTB/Ahz+ueYOj6ywEUDPE/N7QylBTRBrHuHj7vEGGw69h0tYBaejIyb7YrX220zP3aZHxgmXgB/Zw6IXx6qWBDz4+g87LJmY3602PyICXv0a+OPwcIXaILTzk1v0gIW0PgYXiOHwXe+4TrRAmZhfWT8TLPe6ZL5sZ7Gx+phfvSYjSTFLfppfkT5ng6/lMTZx3OakPnRMvNj9OvMyxYsvNFfVtLJ56Y/p/l+HKEF1M2DE8Z7rIWvNVgvWsC0xAfvYQP7x5RGRdvNj4uD99tXKT/WB/OjRzwvGBC3NRcWzPyYtYD5Me8J/PfgxdKRQzTN9ima2aIFLAiX0/hYGqMlsiReMS+gQ4yGOVid03q7KvNjq4F1PfNjwYkt/z8KBsRlTQbmB/OD+VErsbh23BBt4O0JevlS0xilBczbVIggpiVfiuPvPk71H6GlBZQyal6/mON6m/mB1lKS5eWT5gLzg/nB/AB6SWyrPyk+2IbmQYe5PDA9cuPfnWQAXtWUaCmRhWs4QG4cfTnL/GB+9JH9gsHwUHOh5WwOHpR1FjA/gD7w4AStvNI06CAR+yAytryv8KUpgioyAtE2YofQ8K692K0063GpusyPiw2s668bMovLduFDfVuTAWB+AL1cPH894WXvguZBh4gdTM9S2ZHvkhIvlnaAoE3cT/+mQ56VrqW6Bf5J3ZVTXmo2AAsC8wPI5/YJOrmnadAxVtP8t83HERjZ49AG4kjXcJrXCGFwpoLfZX6gM8SAf5jK8h0PFznEASwCzA8gj+UTFrqvk4CL6D4rgxKpa+PISuxyjvgfJcfCx5UXmhYNE8/nT+n4rqSqElcwP9Bqwn1eT4fb/H6m2R3t+B1RpgF0GeYHkMfdMfqIYHnnNQ0WnDjSFbuectLeypCItvF4ZDzerfC3mR9oDRG590k6PKISwW0iB3hJyq6SEouf+PITDvnOUDHgAbQd5gcwmfh4Mi42wpqmQc+IXSGlJojj4miK9ZH3v3gnrPKjNfMDrWEl1Z8SaLSs6gYALYf5AUxmLwl+DgwTWY9yY+bFy6eAwKib+BD+LR0PTH2p4mswP9Aa4ivN84bLJd0AoOUwP4DT2Rqji6eaBUg3Ur4BwixE3bwaGYO353AN5gcAAB2C+QGcTMTz+DlGE8uaBvgfcQwm51j5a02FGtlK9QSmZn4AANAhmB/AeGKhPBrbIP75rKYBjvEoYy75rplQE3HEati0jnhN80q5zPwAAKBDMD+A8TxLjA8ghzAKv2TMJ+c0FWrg3ci425jjtZgfAAB0COYH8C/bSUpbYBbNjCvXNBPmzIORMfdkztdjfgAA0CGYH8Bx4gXt15AGYnF7UbMAp7I8optxZV0zYY5cTccD8H46KGfmfE3mBwAAHYL5Afzlcjp+Vjz+P+MDyOP1hPlkSxNhjoymJP8yWMPMs0zKdvQh83ce6z4AAOYP8wM4JILkDX/FC+PjqmYBsrmTmB9ojncpL+1yG4u1FgAANWBCBg4DmX4cGvexfZ/xAZRxPTE/0BzMDwAAcComZPSdiFUwnNI2tjFvaBagmAtJzA80B/MDAACcigkZfWZ5ZMH8xwsaMDVLSbYXNAfzAwAAnIoJGX0ljI83ybZ8oK45RbpozBPmBwAAmHqhakLGIvNiZKxvaxJgbnPKd02DOfM4zT+7i2wvAAAs4EKV+YFF5tnIOH+kSYC5zilvNQ0WkK8T1lArmggAgPYvVJkfWFR2R8b4k3QYqwDAbFw8ZS65p3mwgDA/AADoEMwP9ImdkfH9PNVrfDw8KKu6AQvKxgnzyB8vgVhQmB8AAHQI5gf6wvbI2H6d6jU+bqW/hguwiNw3j6BnMD8AAOgQzA/0ga10+PX5aFzvpXqNj8hy8WNw7VXdgQXlwwnzyA1NgwWF+QEAQIdgfmDRiRevYeNj/6CcqfH6S0MvhR+T+CJYTC6O6Ow/Yx49gPkBAECHYH5gkVlLx1MRhglxpuY6PE6CPmLxeXjCHLKmabDAMD8AAOgQzA8sKtcPys+hsfz5oJyr8frL6XhK3TBhzuoWLCBnR7R2VF5oGiw4zA8AADq0YGV+YBG5kv7G2DgyPi7UdO1Y7O4clG8jWnqpW1AzEWumjp1Oz8bMHV9SvWYj0ATMDwAAOvSCyPzAonE5HTc+ovwcLFLnWb6n8TEPjsqqrkENxMvWq4PyKx0/7nUnHe5GqpqtMWM9djld1RXoAcwPAAA6wq002fz4rJnQIS5lLEabKHSEOhjOKjSuhDY2K7zeajpushyVm7oCPYH5AQBAR3if8dIWX7LFKUAXODswGf5rYRHoFHWwkzke36TZj6SMHi072vHB+ECfYH4AANABbha8uO1qLrScMD72UzuND4FOURd7BeMyjIvY/TdNGtqt9O+OjzAer+kC9AzmBwAALWczjd+qfFrZ1GxoKRHH4ENLjY8or3QRauL1FOMzTMMww3NMkIjjMW7H4NPE4APzg/kBAEBLiEwXt9NhANNpX+IiW8Vamk/QPGBa4+NNi42P/waaAepge4ZxGkGBY+fIzkFZT4fxPOJ/tw7K4zT+SFnMJ3Z7gPnB/AAAoFHupsOvcW/Tvyk3Zy2xa+T9wAzZHSyWb2hyNEDbjY9I97mkm1ATMdbmffwrjnE9T7IXAcwPAAA6MiFXXZ5rcjTAfy0vd3QRaubs4Hlc9VjeH4znc5oYYH4AAAAAQBuI+ByxMy9Miz+pfHdHxNGJ4y4RD+SC5gQAAAAAAG0mdoNcT4dGRqRd3hkpESskglqvJl+qAWDu/B/XaXwdG+TnKwAAAVl0RVh0TWF0aE1MADxtYXRoIHhtbG5zPSJodHRwOi8vd3d3LnczLm9yZy8xOTk4L01hdGgvTWF0aE1MIj48bXN0eWxlIG1hdGhzaXplPSIyMnB4Ij48bWk+cTwvbWk+PG1vPj08L21vPjxtbz5bPC9tbz48bXN1Yj48bWk+JiN4M0I4OzwvbWk+PG1uPjE8L21uPjwvbXN1Yj48bW8+LDwvbW8+PG1zdWI+PG1pPiYjeDNCODs8L21pPjxtbj4yPC9tbj48L21zdWI+PG1vPiw8L21vPjxtc3ViPjxtaT4mI3gzQjg7PC9taT48bW4+MzwvbW4+PC9tc3ViPjxtbz4sPC9tbz48bXN1Yj48bWk+JiN4M0I4OzwvbWk+PG1uPjQ8L21uPjwvbXN1Yj48bXN1cD48bW8+XTwvbW8+PG1pPlQ8L21pPjwvbXN1cD48L21zdHlsZT48L21hdGg+CXs3TwAAAABJRU5ErkJggg==\&quot;,\&quot;slideId\&quot;:315,\&quot;accessibleText\&quot;:\&quot;q 等于 左方括号 theta （ 小写 ） 下标 1 逗号 theta （ 小写 ） 下标 2 逗号 theta （ 小写 ） 下标 3 逗号 theta （ 小写 ） 下标 4 右方括号 的 T 次方\&quot;,\&quot;imageHeight\&quot;:26.88},{\&quot;mathml\&quot;:\&quot;&lt;math style=\\\&quot;font-family:stix;font-size:22px;\\\&quot; xmlns=\\\&quot;http://www.w3.org/1998/Math/MathML\\\&quot;&gt;&lt;msub&gt;&lt;mi&gt;x&lt;/mi&gt;&lt;mi&gt;E&lt;/mi&gt;&lt;/msub&gt;&lt;mo&gt;=&lt;/mo&gt;&lt;munderover&gt;&lt;mo&gt;&amp;#x2211;&lt;/mo&gt;&lt;mrow&gt;&lt;mi&gt;i&lt;/mi&gt;&lt;mo&gt;=&lt;/mo&gt;&lt;mn&gt;1&lt;/mn&gt;&lt;/mrow&gt;&lt;mn&gt;4&lt;/mn&gt;&lt;/munderover&gt;&lt;msub&gt;&lt;mi&gt;L&lt;/mi&gt;&lt;mi&gt;i&lt;/mi&gt;&lt;/msub&gt;&lt;mi&gt;cos&lt;/mi&gt;&lt;msub&gt;&lt;mi&gt;&amp;#x3B8;&lt;/mi&gt;&lt;mi&gt;i&lt;/mi&gt;&lt;/msub&gt;&lt;mo&gt;,&lt;/mo&gt;&lt;mo&gt;&amp;#xA0;&lt;/mo&gt;&lt;msub&gt;&lt;mi&gt;y&lt;/mi&gt;&lt;mi&gt;E&lt;/mi&gt;&lt;/msub&gt;&lt;mo&gt;=&lt;/mo&gt;&lt;munderover&gt;&lt;mo&gt;&amp;#x2211;&lt;/mo&gt;&lt;mrow&gt;&lt;mi&gt;i&lt;/mi&gt;&lt;mo&gt;=&lt;/mo&gt;&lt;mn&gt;1&lt;/mn&gt;&lt;/mrow&gt;&lt;mn&gt;4&lt;/mn&gt;&lt;/munderover&gt;&lt;msub&gt;&lt;mi&gt;L&lt;/mi&gt;&lt;mi&gt;i&lt;/mi&gt;&lt;/msub&gt;&lt;mi&gt;sin&lt;/mi&gt;&lt;msub&gt;&lt;mi&gt;&amp;#x3B8;&lt;/mi&gt;&lt;mi&gt;i&lt;/mi&gt;&lt;/msub&gt;&lt;mspace linebreak=\\\&quot;newline\\\&quot;/&gt;&lt;mi&gt;d&lt;/mi&gt;&lt;mo&gt;=&lt;/mo&gt;&lt;msqrt&gt;&lt;mo&gt;(&lt;/mo&gt;&lt;msub&gt;&lt;mi&gt;x&lt;/mi&gt;&lt;mi&gt;E&lt;/mi&gt;&lt;/msub&gt;&lt;mo&gt;-&lt;/mo&gt;&lt;msub&gt;&lt;mi&gt;x&lt;/mi&gt;&lt;mi&gt;s&lt;/mi&gt;&lt;/msub&gt;&lt;msup&gt;&lt;mo&gt;)&lt;/mo&gt;&lt;mn&gt;2&lt;/mn&gt;&lt;/msup&gt;&lt;mo&gt;+&lt;/mo&gt;&lt;mo&gt;(&lt;/mo&gt;&lt;msub&gt;&lt;mi&gt;y&lt;/mi&gt;&lt;mi&gt;E&lt;/mi&gt;&lt;/msub&gt;&lt;mo&gt;-&lt;/mo&gt;&lt;msub&gt;&lt;mi&gt;y&lt;/mi&gt;&lt;mi&gt;s&lt;/mi&gt;&lt;/msub&gt;&lt;msup&gt;&lt;mo&gt;)&lt;/mo&gt;&lt;mn&gt;2&lt;/mn&gt;&lt;/msup&gt;&lt;/msqrt&gt;&lt;mspace linebreak=\\\&quot;newline\\\&quot;/&gt;&lt;/math&gt;\&quot;,\&quot;base64Image\&quot;:\&quot;iVBORw0KGgoAAAANSUhEUgAABeIAAAJRCAYAAAAphsdnAAAACXBIWXMAAA7EAAAOxAGVKw4bAAAABGJhU0UAAAFwiTrS4wAAacpJREFUeNrs3Q+oFet9L/yHwyZI2ARLPLyWGLIJEiRIEGKIoYbsggQJ8iLBEsM9pbtUigS5SBBiqSG7SDDEci3XUHmRIEGCcCz1EEO9IEWCBCmWGGKolytFigQJQg0xHA/HA3nn6Z59z3LvtdY8M2tm7Zk1nw/8uLcn7vXnmX+/76yZZ0IAmB1fyOr3A3XRkAAAADIHAADU4w+yeqwpBgAAZA4AAGjGlTUNsaYYAACQOQAAoCZfGdIQa4oBAACZAwAAavCRrP5TUwwAAMgcAADQjH8e0RBrigEAAJkDAAAmdHxMQ6wpBgAAZA4AAJjAJ7N6R1MMAADIHAAAUL/XsvrFQPP7vzXFAACAzAEAAPX5zkDj+z+z+oGmGAAAkDkAAKAenw+vXpWySVMMAADIHAAAUI/5rP4jb3jfy+rT+X/XFAMAADIHAADUYLD5/eaI/64pBgAAZA4AAKjgTwaa3TtjmmVNMQAAIHMAAEBJ/09WT/NG93dZfVxTDAAAyBwAAFCf/zXQ6P7FkP9dUwwAAMgcAABQ0bGBJvfHI/6NphgAAJA5AACggk9k9Xbe4P46rNwuqikGAABkDgAAqMFrWf1soME9OObfaooBAACZAwAASjo90Nx+v+DfaooBAACZAwAASvjsQGP7KKt5TTEAACBzAABAPWID/O8Dje3nEv5GUwwAAMgcAACQ6PsDTe23E/9GUwwAAMgcAACQ4OBAQ/vzrOY0xQAAgMwBAAD1eD2rX+fN7DtZfbLE32qKAQAAmQMAAAr8eKCZPV7ybzXFAACAzAEAAGMcHWhk/7nC32uKAQAAmQMAAEbYntXv8ib2P7P6iKYYAACQOQAAoB6vZXVnoIn9asXX0RQDAAAyBwAADPHNgQb2ygSvoykGAABkDgAAWOMzWb2XN6+/yurDmmIAAEDmAACAenwwq/8z0Lzum/D1NMUAAIDMAQAAA7430Lj+zxpeT1MMAADIHAAAkNs/0LT+W1abNMUAAIDMAQAA9Xg9qyd5wxrnatxV0+tqigEAAJkDAAAy/zDQsH6zxtfVFAMAADIHAACMaFw3sn5lkQAAgMwhcwAAoCnWFAMAADIHAABoigEAAJlD5gAAQFOsKQYAAJlD5gAAQFOsKQYAAGQOAABokx+MaHovGhoAAEDmAAAATTEAACBzAACAphgAAJA5ZA4AADTFmmIAAEDmAAAATTEAACBzAACAphgAAEDmAAAATTEAACBzAACAphgAAJA5AABAUwwAACBzAACAphgAAJA5AABAUwwAAMgcAACgKQYAAJA5AABAUwwAAMgcAACgKQYAAGQOAAAAAAAAAAAAAAAAAAAAAAAAAAAAAAAAAAAAAAAAAAAAAAAAAAAAAAAAAAAAAAAAAAAAAAAAAAAAAAAAAAAAAAAAAAAAAAAAAAAAAAAAAAAAAAAAAAAAAAAAAAAAAAAAAAAAAAAAAAAAAAAAAAAAAAAAAAAAAAAAAAAAAAAAAAAAAGCqFrN6pGa2zlrFAQCQOZTMAQCw8S5k9Xs1k3XJ6g0AgMyhZA4AgI23OavHGkhNMQAAyBxK5gAAaM6erF5qIjXFAAAgcyiZAwCgOSc1kZpiAACQOZTMAQDQnLms7mokNcUAACBzKJkDAKA527N6ppnUFAMAgMyhZA4AgOYc0kxqigEAQOZQMgcAQLOuaCg1xQAAIHMomQMAoDmbs3qsqdQUAwCAzKFkDgCA5uzJ6uUUGrdHWd2a0Xq4weFCUwwAgMwhc8gcAAAtd2YKjduTrLb0YCzjFT+7szqc1XJWV/PvrikGAEDmkDlkDgCAHpvL6u4UGuNr+Xv10fasToaVq1nqvhpIUwwAgMwhc8gcAAAdadqeTaExPmmow0JW52tsjjXFAADIHDKHzAEA0BFHp9AUx0Zwj6H+v83xpRqaY00xAAAyh8whcwAAdMj1YO7GadsfJpvTUVMMAIDMIXPIHAAAHRIf/HN/Co2xRu5V2yYYd2MJAIDMoU+WOQAAOmZnqP/hPsPqDUO9LpDc0xQDACBzyBwyBwBAPyxPoSl+HlYe2MT74lUqZW8Z1RQDACBzyBwyBwBAR92cQmMcb42cN9SvWNQUAwAgc8gcMgcAQD9szerZFBrjC4Z6nXOaYgAAZA6ZQ+YAAOiHpSk0xeZuXG9LVk81xQAAyBwyh8wBANAPl4K5GzfCEU0xAAAyh8whcwAA9MOmrB4EczdO21xWDzXFAADIHDKHzAEA0A97wnRuFzV346tOaYoBAJA5ZA6ZAwCgP5aDuRunbXNYuYVWUwwAgMwhc8gcAAA9cTOYu3HarmiKAQCQOWQOmQMAoD8WQvHVEnXUrbAyXyEhHNIUAwAgc8gcMgcAQL8shencLnraUP+X+YIgoikGAEDmkDlkDgCAGXRpSo3xoqEuHG9NMQAAMofMIXMAAMyg+ECfJ1Noip9mtc1wh6OaYgAAZA6ZQ+YAAOifxTCdK1Tiw5r6PndjDAYvNcUAAMgcMofMAQDQP8tTaoyXDXW4pykGAEDmkDlkDgCA/olXjdyZQlMcr8zY2/OxPq0pBgBA5pA5ZA4AgH7aGqY3d+OWHo/zYU0xAAAyh8whcwAA9NeBYO7Gpi1oigEAkDlkDpkDAKDfrk2pMT7e4zF+oikGAEDmkDlkDgCA/tqc1cMpNcZ9nbvxlqYYAACZQ+aQOQAA+m1XVi+m0BQ/DivzRPbNBU0xAAAyh8whcwAAcCRM5wqVGz0c26OaYgAAkDlkDgAAoptTaoyXezauu/MmeLCOWN0AAJA5ZA6ZAwCgf7aE4Q/5qbteZrXHcAMAgMwhcwAA0Ef786a16cY4Nt+bDTcAAMgcMgcAAH10IUzndtHrWc0ZbgAAkDlkDgAA+iY2qven1BgfM9wAACBzyBwAAPRRfNjPi2DuRgAAQOYAAIDGHA/TuULlYTB3IwAAyBwyBwAAPXV1So3xJUMNAAAyh8wBAEAfbcvq6ZQa4+OGGwAAZA6ZAwCAPto/paY4zg+5w3ADAIDMIXMANYo/+G0xDAB0wbkpNcaPs5o33AAza2tW+7JayupUVst5HcvqQFabDBGAzCFzADWIz4W4EF694+ZRVif0nLICQJvNZXUnmLsRgPIOZnU5q2cJx4CXWV0PK1dGAiBzyBxAFfEK+Idj9gE3gx/kZAWAFtue1fMpNcaHDTdAp8WrVeI8vE/C8GkB7md1K4yfE/hqHqIAkDlkDiBV/FHvbsI+4KShkhUA2uzolJri+CvnLsPdSfFA+GgDygEY2uNQvl2u3bfHhvpIePWW0k35f3sRRk8fsNuQAsgcMgcyB4kOJO4D4kneOcMlKwC02ZUpNcZ3g/m/utoUP5nSOrJaTzTF0Arx9t5LI7bTcwX79EP5CZFRDfZ2wwsgc8gcyBwkOFNiufoxTlYAaLUtU2x6Lhruzq8re8PKg1WujTlwlqnneTB7I6sdghO0Rtwe74fht5a+kfgaV8ds+/HWVFcsAcgcMgcyB0UulVjWi4ZLVgBou8WaGpyUOmS4Z8bOrB5MsC4sBw/UgTbaH4bP5xsb6wMljy3j9gFLhhpA5pA5kDkosFxieS8YLlkBoAvK3O416S2ADo6zY1+odkXKAUMHrbQURs/ZeLDC690fsy+It5260gVA5pA5kDkYZ0/iMn9gqGQFgK6It+fdm1JjfM8OdaY8K7n83zBk0ErHw+grFY9WfM2iW4kPG3YAmUPmQOagwI3gThhZAWDGLIThtxg1UWcM98x4VGK53xaIoLWNdRNz7Z4s2CdcM/QAMofMgcxBgc1Z3RmxvOPJ4SOGSFYA6KKlKTXF8WC533D3rineZ7iglY31qKtbHubBp6pDofi2cQ9MA5A5ZA5kDorEH1dWH+Ibe9Q4rUk8CbzL0MgKAF12bUqNcdypbjXcnZf60K1HhgpaZ/+YbTj+9x0Tvn7KnJ57LAYAmUPmQOYAWUFWAPpoPpS74mCSuhU8xb7LtpVY1ucMF7TKvjB+aoDTNbzHQsK+YcmiAJA5ZA5kDpAVZAWgr/ZPqSk2d2O3HSqxnA8aLmiN2PSOe+jZvZpOWKQ0144BADKHzIHMAbKCfTfQa2em2Bibu7Gbzof0W4I9MAnaIW6Ltwu22d01NvFF+4crFgmAzCFzIHOArCArAH13a0pN8eNg7sYuup+4fG8YKmiNcwXb69Ua3yulub5lkQDIHDIHMgfICrIC0Hfx4RtPw/TmbnQFQ3dsCekPTTpiuKAVDhRsty/CyjysddmZsH+4b7EAyBwyBzIHyAqyAkAIb4Tp3S562nB3xtESy3WL4YINF68AfFKwrZ6t+T0XE/YPjywaAGQOZA6QFWQFgBWXp9QUx19f9xrumVonHhgqaIWbBdtqbLzna37PfZprAGQOZA6QFWQFgHTzofjX0boqvo+rGdrvWeLyXDZUsOFSriY71sD7plzdqLkGQOZA5gBZQVYAGBCfjJ06P9+kdS2Yu7HNdpRYlouGCzZUvM30eSh+eF0T+9wlzTUAMgcyB8gKsgJAeWfC9OZuPGW4W+tUSL/SSLiBjXVxA/e3pxPe+45FBIDMgcwBsoKsALDerSk2xouGu5VuJC6/q4YKNtSeUHxV4dNQ/3yPZRr7WxYTADIHMgfICrICwHopT9Ouq+JtSJsMeatsDum3Cx8zXBuyfHbngXK14m29XblKKDZ528PKA9QGv8PO/Lt1QZxvdmGgNnIfdjts7JyqN0PatAAAIHMgc+htJ7F9iu81N8H7xbyzK884e/Mxnd+gMZMVADriYJjO3I0XDHUrl33q8vMArObFqxhO503UuIdZvcjqXlaXw8pcfAst+OyxgY0/GpwMK1c83c8/Z9H8hLfy77yrBd8hBpFDWZ0vWAbxe8XbKs/lDfcw22oONocSttGXDW+nDxM+wyWbMQAyBzJHK7S5tx31Hieyupt/rq0Nv1+8OOhMnkl+n2exFLvy/DIu78TvcCRM76S8rNBy20Jzv9Ks/rrmF2jolnMNN8TxZJu5/trnQuLye2CoGm2Qj+aN3CTbWLwCYf8G9RRnw8rVZ5PuJ+7lDeu0r5bfmgeUZxU/d2w6l/PmffvA/nSxxs94rwWN7fOEz3DaJk2+TTV1zN+S73f0FCBzyBwyB9Ptbfc18Fk35/3/9bD+h7qFhrLL8bDyw0PZaa0WQ/lptuIyWJrCfklWaJGFfKW+mIf8wYF5kS+ISVeI7fnrrL3V7E4wPxt0Rfxh7m5DDfGT/IBH+6SePD1nqBoRj8+PQ/E8fo/y/zdlWcWrXXZO4bOvHvtHXdn2Mv9ud/KG9UFIvwruWd4gTyNIHx/RNN7LA8yh8P6UOgfCyo8mlxKDzcGaPmPqVWRN3lWwI/EzHLFZ96pviHfBHM6PETfy7Xz1yrCzNb/fiTX7y6f5SYLNFgXIHDKHzMFUetulGvcD8aT+lTD+DtqFmt4v7heO5b3KuDyyOOLvF0L6Mw7GnQRvKtvIChtsU75Cnw7pc7BVbZTjSnSmYEV+HtpxuzlQbGeo/3bR+Hp7DG0r7QgeerVR4smrO2H0VeEn8n8zN+QYfzghzMTt7lRDzd5c/tqjmuab+WfcPKLp3pP3HSnN/sOG9x8XRox/yvq+KV9OL6YQVu6EjX/w0aHEfcVBm/dMWsjXgZgvroe0W49fhPpOiJ0M4++kMY0ByBwyh8xB+3vb+DniCennievDwoR5azmsXKT0YoL1L37npzXtp5q6Il1W2ABz+Ze5VHEFeZnvHMvYHNJufYh1xf4QOuNYzU3xSUPaWicSl+HzYLqxurexYc1gbBL3ljgGp0xlU/eVF/Gk2qiH8MQrYctMjRNPnF1O7FFONLAcLobhPyKUXdfjyYTHobkT8YstaWpPJ36OnTbxmbGYB7tJwmcdGSBuk0U/3N2wuEDmMKQyR89No7etcjVzfL1zFfuJhZLvtTV/r/uh2o99iwOvFTPUhVD/nTt1P4xYVtgA8eqyh0NCazxJvnoreMpgXCwZxB+GcvNLAd1Rdt6zcXNWm6Oxva4mLserhqrRBjlWlWlYUpuuuq68iHe3jbrTLu4zql6Rui+xMb9Y4/5kaUT4q3r1bpymZ9iJwlM1fNZrCWPzeAr72ush7Qpo+/zZsZRnigf5Nr6aK1KvKltdJyZ90NqexPdyJSzIHMgcfT5mt623jflm0mdgLTSUj4pOxG8a0/s+zfc5MWNdCeWm31ydgrPOh9DKChskLsh4JUj8pXHnkC+2GIqvJHmU+F5xhXlYcmW+Y78InRKvtn0SJjuIxX3KvKFsrU0h/aqEE4arlvG+PqIZOTDB66bOsXp4ws+/a8z68iBMfvXSrsT1sY4r/OfD8Kl9zk/4ugeGNOHLE77mtsTGfhoPPUo5Jty3qc+ULWH0FFMHQ/HzLeo6huxOfJ9liwxkDmSOHmprbzv4mZ7k//fz0OyJ+C15rtg0MDb7Q/ozChbzv107H/yz/LtvH/G+O/Kckvq9zte07GWFDd65FTlWw0o+NyT0P07YmDTG9dsT3n/ARt/K7WrTcTBUn7vxRXBlWtstllie2w3XRObC6If7THqL4NGQ/vCyqvvOrWMaq2c1rh+7Qtq88ZM+APLUiNc9VMN3WHtFypkJX285bPyDl6KdwZVsDD+BlnL106Sha1NiuLtkkcgcMofMgczRQ9PsbZdL/O3efJnOrTmmHy2xzS/UNEY7Et8zrq9rp86Md+Wm3vm7lPg+L0I9z7eRFVpuPiHgFs2rdnFN+D60ZuCH3XJ0Lwy/mobJpP6iN4u1YPFPzZWKy+iwoWu9s4nL8oGhmti50NyP1AslGtkqJ/1j43w7NP8w0lUHEr/LGxO8x90GG9S1Tf6kJwZTbuedxl2HqT/4uJKtfzYn9qSTbl8pJ3IuWhwyh8whcyBz9NA0e9sLNX3m1LnX69wPp0yFNfgczJcV9zFnEr/b0Rq+k6zQAUW3Sox70NHx8OrtX6Mm2I+3j8bbHs7nC8NJeE2xprib4kH3eYXlc8HQdcKdxOV5zlBN5HAYfqI8Nk11XWmXOj1NlVsSz495vfi+Tczxl3Jb54tQ/iHzIYz/4aKuY8vgFcKTnIjfF9ozHcflxM+y2ybfSwen1BvEH+rGTW/gQY0yh8whcyBz9E2XettBqc9/qXM/fLbE/uVxqH63TeqdfJM+0F5W6IhDBYPydMTf7Q7vP5gpXgm/0/5OU6wpnmnxNqmHFZbNreBBSV1v2MY9OZ7y4zzqTrQDNb5PalNZtnHeW7CeHG1o3LYmBvJbFV573BX3exsIFpcneJ3zict1R8Pr8VxImzIorivm6HWiZdz0WHX0B7E/GfVQsoMWg8whc8gcyBw906XedtCmDdgPn0p8zzth8mljTie8z6MJ30NW6IitCTvCrUMG9eHAwGlyNcWa4tl3s8JyqXOuaJp1JHGZPg/mR53EqJNFdV9JnnpFSdm51e8WNFJbGhy71B8XDta47p+p8fM/DtV/LFgNJylX0jzOj4lN1hslTorQXylXZe2r8f1Ob0DQlDlkDmQOZI4ujXGbetthUi68qXM/vBTSTsLXMatH6pzpVdd7WaFjHhQMztKafz94i/gx+zlNsaZ45p2puFz2GrrOSJ2H04m16vaPGdcjDbzfrZq30aK52m82PH6pV8XHCwXK/Kgx7kqY2MzWdZXGuQm3ocUOHptP2+x773GY7jQSD9cETVfHyhwyh8yBzNE3Xeltqx5f6twPL4XpTuOScpV41YsIZIWOKXoowuAVc4NzPl63j9MUa4p7cfLwZYVlcsrQdUbqrWN+fJ3MqAecxmnemnh2yrYw/sT1+ZKvV3Ri/+gUxvBi4npaZpqf5TCdBwitXh1c9eFIp0P3js37bfa9V7Te1n2yfHA/5UGtMofMIXMgc/TRtHvb21M+vtS5H14K0z0Rn/Ig1ap3C8oKHVO08q2ecN8c3r+y5Wke8mmPK3kA6WNttfgbEaeZSLm9adhDRlyF1h17SyxbzwOpZnfYmCvJ4/JaO0/z0zzclNlGdyWsG7tbtK5erbEHij9m1DG9xaY8fFad+/F2xxrrp8Et5axMFVG0ruyp8f3uhWaeu4HMIXPIHMgcXdGV3naYWT8RnzL11huyQj8shOI51+IBbvDJyEv2bzDT4k7xRoUdajx4ejhft6T+eu42/+rOTam5GyX+cL6Yh5oqDc9ywvoxre0+Jai/KPE9dyfu1+qYezaeGDxU4e/m8++U0tAuNlxHQ/0/hjDb7oXp3Zb8UrgDmQOZo+e60NuOMusn4i8lvN+SrNAfT0Px7Surze1NO0aYeSkHiWEnvxYN3cydJGlqLt++mAvj50nuwgPPi54l82SKn+V8qH96mscJrxevHjq+Qf3PvsTvfG4Kn+VY4mc5bNMnt1ywrjyoabsafAiaaWlA5kDm6LO297ajOBFf7US8rNBR1woG6eXAQc+UNDDbDodqtxcdMXSdsy2kz8fpYFlN0VUpOzqwjhStG/en+HneSFxfy8yBf7bEfu5+mM40PINSryCbxue6nniCZLNNn9yOhHWmjqvyTk15WwBkDmSOtmp7bzuKE/HVTsTLCh11MnhoBrByRVnqQ3QG63Jwp0wXHUlcvrFxdvtvM8fXtk+fcCBh/bg1xc+zI3GdLfPgqDjn7/OS+7wzU2wgU+aTfD6FffBcSLvt9YrNnpLBuo6Tag/z17pnuEHmQOboubb3tlX7BSfiZYWZknIrw0MHPZhp8yH9lsHBig+DNBdrN11JXMZ3DVUjY/yiA5//VGjXifiQGCyel3zNE6HaQ4YOT6E3eprwWS5NYdz3J47Lfps9a1woWGduTPj6e4IrZUHmQOagK73tKE7EVzsRLyt01KZQ/MvFQcMEMy3lNqJhD3Pebug6aS6kX4l00nBVNu7hoo868PlT5mSf9on4u4nrbdkrqm6HarfIx8+zq6HvujPxM7zRkhDtAWsMczAU/3A2yVV4FwZ6Erc6g8yBzEF7e9txnIgvfyJeVui4ol+ldxkimFnLFQ/Sew1dZ+0tsZwXDVfl4DFuXLtwIj7lVsdpn4hPDfBlA/vmkPZwq1G3Usf5OOu+Uu9g4vsvNDzm84kh+ozNnorrT9Wro7aE9++SOW2oQeZA5qDVve04TsSXPxEvK3Rc0VVvHpoBs9scpczltbZOGbpOS32oyzTmk5tV20P3T8TfD+27jTj1AVRVwtyOxBAwbpnW2S8dC2lXljQt9SG5O2z2jHCroaC7PPAaOw0zyBzIHLS6tx3HifjyJ+JlhY4remr5WUMEM2dbqPYr+Q2NUufdK7GsqR44i26zbruUhvjxlD/Tcmj2qqqFCQNLrGv5/nVSF0I77khIuTPipk2eCYJilfVnc3j/6ivHKpA5kDlotrdt+iSqE/HlT8TLCh1XdOXedUMEM6foCrVRv4pvMXSdFm8de5m4vI8arsoOJYxv28NlSkM87YfOHg/N3968teL+ce2VXUsTftcbCe9zfgrhLWV/sc8mzxg7Q/1XQp4KpjMAmQOZg2n1tnFZnmgwvzgRXz47yAoz4FFBg+wp5TA7lkO1E0tuJ+q+fSWWuVv9m23uFlr+HVKvntnUsnGt48TcXEh7WG1RxQsZql4d/yDh9Y80PN6nQtr0RK5YpMjzgvVod4nXivuc1Ydhu8IKZA5kDqbX295qKMM4EV/+RLysMAMbZdFCXDRMMBPilbqpVydMcmCgnc4kLu8Hhqrx5m5/y7/Dw9COBwCVHddYe2oMkZPezvus4rJ+0oJ1KGUdOGRzJ8G1gvXoRMXQt9/QgsyBzEEnettxnIgvv++TFXqwk/SgFOi+nSHtidZr65yhmxn3E5f5JUPVeHPX9ttwU29h3dOyca27UY+3Vp+veDJh8HbeslekbPRDjxYTw7M7JklRNE986jSYg3PD3w6usAKZA5mDrvS24zgRX/5EvKzQYalPML9qqKDTYlhNfWDOYN2x85wZ20o0XAcM10QOJozxlZZ/hyuJ68qRKX6mpcTP1MTJudjI3pgwtKSO1Vzi621ucKxT5p18w6ZOie1n3Lr0JPF1zg38zV7DCjIHMgcTHZsnnTu+rhzgRHy5E/GyQofNh/TbUp4GV5201e18Ofaxtln8te78hwVjYzw7jpRY9vMt++zxrqzLYeUEdxfsSdy+2nxcPZu4rpyd4mc6mtivNGlfxRMMZR5WtC3xtZqyOyFAuxqZsoqmwSzqN7YPrJfmhpc5ZA6ZA5lD5qjHYr5/b7K3LeJEfLkT8bJCh10Prz50oWh+n92GrJUmneOry7Vg8dd28qqLc1hTzrXE5X67ZZ87Nhqrtzd35e6s1OaozVd0vpH4HW5M8TMtt+jzHAzp8+gP1sOEpnQh8aRFUy53fN2lnS5M2HNcDR7sJ3PIHDIHMofM0ZT4A8rjhnrbOo4vde6Hl0K3T8TLCh01GLDjk8m3J6wcRw2bplhT3Dnb82287Nh6LsRsmQvpc3WebPHJmy497OVpwlhfbvHn3xHS54ic1tVMpxM+z+kpb1dLIe1hSYNVdJVVSnP9qKHvtDUUX+FyOcBk2aNs4N07sF6aLlPmkDlkDmQOmaMZcXqo+FyXsifkJ72DwIn4+k/Eywots/bhKYfz/34oeJCGplhTPEvinGBVplC4FtxGNGv2lVj+e1r0uRcGQl3XpkhLmTfvRd7MTFtsllNuAU9twqd1JVtKE5sanLbnDW8dx5H4Q8S5EtvY9YT1fqOa66IxfubYS0XbC4LblTEnde6E9y8esv7JHDKHzIHMIXN0q7et4/hS5354KTgRLytM0dqHp1xas+GOG9DHDpSaYk1xp9ysMKaPQvvm6mNyZ0L6HJ1t2s8PHui79sv6cuKYn5vy59qVB424rIseinYx8TtMa574ogdKPQ/pD3pbbcDrvBLvYEi7GvB5weukTG3URHOdcoXLkQDVPa6wTg/ONezKWZlD5pA5kDlkju71tnUcXxYaGKtZniNeVmjpiYG4YLaU3AA8REVTrCnuhpMVxjP+emne1dl0P3EdaNMt/2sfAnO4Y2OeekVQ/I67pvSZ4knq1R/jTyT8+wOJ32FaP9QX3epcJjitNuC3av6MbyQ0qL8f0n8Nmtug5rooJNwJLshgMlcK1rG1P6RtCe9P/RS3/82GUOaQOWQOZA6Zo3O9bR3Hl4UGxqqrJ+JlhQ5ZHNiAXobhD18tuvrtDcOoKdYUt17ctl9UGE/PgZhN2xKbp7INQNPuhlencOniVVNPE8f9Xki/knsSqw9pf1JiPFO/Q9MPdF9I+AwHKjTgcduo++TeuRrGq+jqo7ofwLS3YD8RP88Ou1MmdKRgvV4ck0tOGj6ZQ+aQOZA5ZI7O9raTHl8WGhirrp6IlxU6It5C8DihmS160rl54tt5wFvoafm1rXhbT63zhq63Jz7aeNfTsVDvvIMb5WKJsW/6IaODtwofrvh34+rCBq/HD0seEwYb8LofyDWfsB9eLBEKR1Vd1k5b2PbATHftDukn53YNBL4HYTo/ViJzyBwyBzJHV7W9tx3Hifjyvbas0AE31uxcRjUTOwsG90GJ94wrbrxNfIvhhw3Z1lPrXjBH4yy7FtKnF2mD/WH9r+0HOjr2u0M7rhA7tWZ7L3NCIR7DU+aGfBmavWKwaD0ue8feYAN+pYHPeyFM9oCylB9x6tpvHy94n4t2o9Qknkwfd/Xs4LY4OOf0QUMHMgcyh8zR6t52cYLXdiK+/IlsWaHlToRXT6RvmXAj2Fxip/YytOtp2DDLqszRGKed2GroZlY84foscV241oLPuy2snwrlRej2lZB3S2yP8ZhZ9xRwp9a8/u4G9y1NXdW/pWA9LvvjwtoGvIm5p4sa/KIwcSxhvHdMYWwfOGnyX/ufpTzU3s/75LjOXe54YN8oVwu25ehQ6P5D80DmkDlkDpljmja6t53kuQ9OxJc/ES8rtFi8rXP1SrbUOXuKHqS0v+Dv4wH2SZjOrfbA+6E1dU6+WfnVn2J7SqwLpzb4s24fOHYM1o2OL4PFCtvlcpj8Nvj5IcfzcxOEq5SHbz0PzdxqPC7wV/3Bf20DfmyKyz3l4bYp2+7+Gj7n1YKTJtt7vg/dmQeMogdTmRMz3amC7TnmiIcDJ0UWDBnIHMgcMkfne9txUk7Eb29wrLp4Il5WaKlNa8LDkcS/O1GwMM8W/P3qLUkPg19GYFrNROoVCE0dXGinsyXWh6UN/Jz7w+iHgi7NwHK4WWH7jMfQqtMxHA7r53F8MGGDnBqw6r41cX5EWFqtMzU14I9DvVdBLdYwRkVzcR6f8DOO6/dehsluMZ4FZeY/jj9C7XXISbKvYCwHp7s4Z7hA5kDmkDlmprcdJWUazDr7rJTnGdS537rZ0HYhK0zRlpB2gntwjq4yD1ndFYrn9BoV5s80tKEAw8VtsczUFynPimB2PCyxTpzYoOPZhTD6yqpnYTYe0Le1YnCNFa9Ej1cO7UgYy+Nh+JXrL2o6Ji+HtOl16pyS7nwYfyVy1fVjacjr1Xnl0NEagkTRrf+TTNmxK4yeqzsuQ3Nyr5wELrOtPgmuCkqxOaRdTfsweM4UyBzIHDLHLPW2o/qClPWmzgfQpmSa5SlvH1WWlawwBWuvcLudf/m5IQfJwYn7H1VoZJ8WLNBhgz74q9KZAExDykM6hv2YttnQFYaNpTV1qGPfYU/J9eLmFD/bprxxKDo5fWWG1qk3QrUT8WtP9MVj/6W8LufLreiYfbjG73E28XPWMQ/s3jGBKZ4MmOSuu6URIayuqXWu17Cdxc/yPNT/sLPBKQSHNdZLDgH/5UmFbfSmYUuScjLPM6ZA5pA5ZA6ZY7Z622F2hen/gHM54f0u1Ph+KRcgVJnWW1aYws5t1MKLt5sfyRdCvBJn8JbO+AvG7ho3ssGT+9sHdm7HBz7fnbCxv3r/vsV1KUB9qpzYe54f7CjfUF7v2He4EqrdOtzklGLxuHEqpE/3cHiDx/AbWf0qq3eyejOrP5zw9U5twHHnfAOB8WrC+94Ok11ZtG1MAxj7noUGwkqsWzX0MDvD8CtInoXyV0yfLxjnsj1ePCFyd8zxoctz+Na5vW6dYJtzjC1WNFdqV06IyBzIHDKHzCFztKWH2Yje9nmY/G7AQ4nLqM7e4F7C+91tcBuv8wcNWaHB7azKzm2Sea5SnsAbN8Q7a4Lyk9COhyp9MKs/zuqrYeXXrvda0hT/mV6DmuwI1aa6OGbokhwP9fxKvVEWQ7UHaa1OB3A+b4p2hmpXMm3J/zbePXUiP4Y9Lvk5XoSNfc7I6TD8qoLXJ3zdi2G6J+Gb+mE85WT8zYrrz/Yw+hbOOzX1GUsNjdtc/hmHrc/7Krze5jD+yuxLJV/r7pjtvssnTOreXrdNsN2dChQZdyt1vMNna4e+i8yBzCFzyBwyRxt6mI3obet4GGjquc7nNS2n1CvwX4Z6phy8WGI9rLINyAoNbmf3K+zYJnlgwrYwW09D/2JIv3rkC2H8VXxz+f/+ofzfxu/8p1l9L6xcATiuAf+sXoMaxAPQgynvE/pm2EnGpY589l2heKqSKhVf89GYelLz+93YwDH86Jh9+fdreP2zofmTMKdC83ennU3oFWKDU+Yqo6Uxgf9SqG/+zqVQfNVN2WZ/Prx6V2JdQeXgmHF+kRgSdobRP25c3uAA2sbtdS6MnhfT9DSTOxjKTX/ZJTIHMofMIXPIHBvRw3Spt111IJQ773h5wnwz7kTzqLsJJplea3/J71f1TmZZoaHt7G6FncmkYfVWmM7V99Py24LP/5Oa3ife3vDtIa//blav6TVoqGFLeeCjORrTT8AMayp3tPgzx6tB9uUHyapXpbStTm7geP75mM/1bqjnBHe8zftZA+MWw8niFMdqb2JIj33M0Ty0DfYnm/LG71gYfdFB/E513zK8FNKu1HojsZ9aHNG8Pq8pqCyF8fPlj/qM8b+fGPG3cf07Err/EL2mttdbofoVfoy3I9T/UDGZQ+ZA5pA5ZI4+Z46u9LbxhG48cVx11o+H+TLbVWJ8NuXvebfiPu1IKHciOv7b5VDtoo5b+Wctez5XVmhgO1suseCu1TRQe0vsXLtw69lvCr7D0Zrf7/9d8/o/1WtQg+MVdubxYLlg6JLtGTGGbTwAXcmbkVlphAdr+waO6/cKPtvna3qfbfkxu47xiuvAxVD+4ex12JT3AY9LfNbVq5rGNajP8v6niUC/VHIfei1v+vfnwSRW/HEg3hVwJ4y+MrrOfe/hMPrHm3t5MJ7PK4aTU/kYD7sy5uwMnShpanvdG8Y/AGvcc5Qo3mcMuwJyy4x8P5kDmQOZQ+aYdg/T1t52R77+xL99EKrfcTgqK9zOX39tDxH/7/hj4t2K/dyoHi9+j4Mjvue1UO0uonEXMpW5Sl5WqHk725y4QM+F+m7bDqH4B4DnoTu3kBbN2djEL8//FOqdzoB+21eh+XkZun+b97SdGHHgaqNHM9gM1/lwnKr+e8Hn+2gD2/a1iuEmNkqXNzhEDJ5cOxbSHoA0rh7k22GTzd/SwHsdznuA+DCjeIvs6Qm/w5P89ZsI0lvy5V3lc93PA9e2GdtnN7m9xm2z7FyzTsQXmwvdnYpB5kDmkDlkDpmjjT1MW3vbxSkty4U177vQ4HstD/meBxp6r7J9paxQ83a2Jd+A1t6+tPpr1t4Gw+r9ISvDmdCdX0g+EornsG3CXwy8x1f1Gkyg6CEco+qsoSttWJNywbD0yifHbFP/0uD7xuN8PJF9NV8PX44Iug/ydTI22W2dry9ONxOv+ryU9xAvxwT3+L9fzP/9zil9vu15fzPuCtzYhMYrAq/kQe3pmO8Ql8n5UO1W0ipiuIhXsdwaMbYv8nG9Et6/fdf2Ws2mPESeyNfTS/mYHsxD1+3Qnrlmu2LPkDGbm5HvJnMgcyBzsBE9TNd7W2SF1m9n8/nATvOXis35e3bx9oSDBY3DDxp638FbRXfZFzCBKtNX3JyhYDsto+atPWpoeue7Q9aDX2f18Sl/jq35sXchdPshOSFv4hcGqotN/fya79CWZbJ5htaTrm2v+0PxVVK8ajm8emJ66wx9N5kDmQOZgy5ljrb2tsgKs5jte+VvCpqHrzT0vl/KX/+d4KFJVHeqQkMcg+02QzfRyYHBWjQ0vfTlrN7M6kdZfSer1w0J2F7XWHvi9YBFMdam8Op0P/tkDpkDmUPmkDn0MDIH2M5my62CBuLDDb3v6tUpty0CKqoyR2O8zWi3oavk4Ygx3WJoABji1Jrjr+PFeGcGxuu0zCFzIHPIHDIHALMl3iY37qFJP2/wvb+av8dFi4EKFsLoedvG1TFDV8liGP3gSAAYZvA5Sub2HS8+z2r1RF+cG3nW5pyVOZA5kDkA6L2iuRr/rsH3Xn1wkocmUdamsP4hySl1xdBVdtWYAlDCgfDqlaELhmSkOA/86pQ0z8LKQ+VkDpkDmUPmMKYAzJjvFTQRTc7l+cGsvhDMPUR5lyo0xLGJ3mzoKokPTHoxYlyXDQ8Aa8TpA54MHCvOGpKR4pXiNwfG6rDMIXMgc8gcMgcAs+n/jGki3g2e8E77LFVoiJ9ntdPQVXZhzNjuNzwArDF4RWOcTmCTIRlpcB79czIHyBwyh8wBwGz6aEEj8c+GiJaJV0k8q9AUHzZ0E435izFju2CIABhwMbw6Jc1eQzJSvAp8dV74+CDTWT0ZLXMgcyBzANB7f1HQSHxzgtf+cFavGWJqFOdPfVShIT5v6CZyfczYvjA8AAxYezXjkiEZaSGsXD0bx+lx3ufIHDIHMofMIXMAMKP+oaCZ+NwEr/1PYWVuUKjLjQoN8d3gdvhJxFtAX44Z3zuGCICwMh/y2rmUTxuWkebzY+jqw1l3yRwyBzKHzCFzADC74pUjvxtzsHt7gtf+eP4alwwzNVmu0BA/zWqboassPmjvccEY28b7e/z4VFZ/ktXfZvWP+f8N9HN7jdMJPFxzfDhu6MdanUM/XuW5T+aQOZA5ZA6ZA5kDbGez7fMFB7s3J3jt7+WvcdAwU4PFMP4KiVF1wNDVcpJgXB01TDPtA1l9Jt+XfyOrH2b187DyUD0P2QPba3QsvD+9yuoJKf3feOdDv36wkDmQOZA5kDnAdtZ732roYPeH+YJ7N1/QMIk4R+OTCg3xsqGbyOnEcV40VDPprazeKbG9/diQQS+319ikD14JfzP066rQeAy8nI/B/azOhZUpesY5F/o3dY/MgcyBzIHMAbaz3rtdMPg7Kr7u6vyg/2SIqUGVORpvBL/gTeJ4ibHearhmUpwm4c/ydeFiVr8sWA9MQQH93V7jFfFxbuSlnh1748njYVfOxhN5u0f8zcWBf3dB5pA5kDlkDplDDyNzgO2sHz6Y1XtjBv4/Kr7uwYHX+JphZkLLFRriGIC3GLrKToT0W3I9GK1f/mXMuvBJwwO93V7nQv9ORMUTQs/HjHE8jh4ZGJd4ovnWwP9+rkdjJnMgcyBzIHOA7az3vlxwsPtBxdd8e+A1PmaYmcBiKD9HY/z3ewxdJfFW+uslx/uWYeuVN4UjsL3yX5YSj5PPwvqpLs6Efv1wIXMgcyBzoIcB21nvXSw42H0l4TU2ZfWFrP4yrL/l9JeGmAnEK8eehvJXphwzdKXFkwHH85MFZcf7jOHrlV+MWA8uGRqwvfbMcoVjZl/nkpY5kDmQOdDDgO2s9/69YoBIre8aYiqKYet+hXXuoqErZT6szG/7aILtfMkw9mp9GTW1wJcND9hee+ZwyeNlPPG0T+aQOZA5ZA6ZAz0M2M765xMNN8SxvmCYqehShfXtQb4zYbztYeUKnmth/Ny2qeWW3P4YNbVAPIB/yPCA7bVn4tQKqVfR3smPvzKHzIHMIXPIHOhhwHbWQ39ZcKD7asHfv5bVh7P6UlZ/ndX/XvP3vzXEVLRUsTk7k/+ter9O5ONyNazcxv001B9+N1lle2PU1AK3DQ3YXnsqPix03AmmeNyNJ6LmejxGMgcyh8whc6CHAdtZ7/1DwYHuwyVfLwaMfx34+yuGmAriHI1V5gxUG1OPrLK9MmpqgW8ZGrC99thCVuezehhWHt4YT8zHK+BPhpWr5mUOmQOZQ8kc6GHAdtZj8cqSt8cc6H5W8XW/FdKvboG1qs7RqDauhN/+GDe1wOcMD9heQeZA5lAyB3oYsJ2x3ucLDnTfrvi6fx7MKUR1VeZoVBtby1bb3jg2Yh34naEB2yvIHMgcSuZADwO2M4b7m4ID3R9XfN2/yP/+J4aYkpY0mJ2sw1bd3ngruEIJbK8gcyBzKJkDPQzYzijlzpiDXLx99LWKr/s/8tc4YYgpYTGrFxrMTtaC1bcX4jHh3RHrwJ8aHrC9gsyBzKFkDvQwYDtjvXj75ntjDnL/OMFrv5m/xicNM4m2ZvVEc9nJemH17Y19Y9aDjxgesL2CzIHMoWQO9DBgO2O9rxQc6I5O8Nr/EVaevAupbmguO1t3rL698Z0R68AvDA3YXkHmQOZQMgd6GLCdMdz3Cw50H5vgtXeGlYcyQYpljWWn65JVuDd+NmId+DtDA7ZXkDmQOZTMgR4GbGcM96sxBzlXljAti1m91Fh2uk5ajXvh9THrwBcND9heQeZA5lAyB3oYsJ2x3o6Cg9zfGyKmwByNs1GLVuVeGDW1QHzAy2uGB2yvIHMgcyiZAz0M2M5Y71jBQe6gIWIKzNE4G7XVqtwLV0Ys/x8ZGrC9gsyBzKFkDvQwYDtjuLfGHODey+qDU/48r1skvbOsmZyJemJV7o1fj1gHjhkasL2CzIHMoWQO9DBgO2O9eJvBu2MOcj+d8ueJt0S8k9VnLZreOBzM0Tgrdcvq3Au7xqwDOwwP2F5B5kDmUDIHehiwnbHevoKD3OkpfpaPZvWfWb2d1SaLphfihv1MMzkzdcEq3QtfH7H8HxkasL2CzIHMoWQO9DBgO2O4bxcc5PZP6XPEq2Tu5O/5PYulF2Lwua+RnKlaslr3wo9GLP/vGxqwvYLMgcyhZA70MGA7Y7h/HXOAi7ePzk3pc/z9wPt+2mLphUuayJmrPVbrmTduaoGDY/4GsL0ic8gcyBxK5kAPA7az3vqDggPcT6b0OY4NvOfPLZZeWNJAzmTNW7Vn3h+F0Q/ZG3V7f/w1/bShA9srMofMgcyhZA70MGA766uvFBzgvrsBn+FrFsvM25nVUw3kzNV9q3YvHCt5EuVo/r//N0MHtldkDpkDmUPJHOhhwHbWV0W36X254fc/HtbflurX7dkWf1W7p4Gcybph9e6FKyOW/9eH/Nv4YL74a/pbhg1sr8gcMgcyh5I50MOA7azPnhQc5LY39L4fz+qfgocBCGJqluqM1bsXRs3x+6k1/25XVr/J6tdZvW7YwPaKzCFzIHMomQM9DNjO+uoLCQe5D9X8njuy+v/Cyq8ow97vjyyWmbY3q1tqZmufVbwX3h6x/x58aMtnwvu3glsvwPaKzCFzIHMomQM9DNjOeu1HCU3xX9fwPh8NK3Mw/rTgvf7NIgFovVH78M9m9YGsTmT1Tv7f/spwge0VmUPmAEAPA7azPvvLkH7rV5z/J87b+Ims5oa8Vvyl5INZfTqr/WHlQUjxCbpvZvWrEu/zdYsFoPV+m7hPd9s/2F5B5gBADwO2s96Jjetn82b4VmjfPG/xgUnmGQJov7cS9uk/NExge0XmkDkA0MOA7axvPhDa/8CVKxYTQCd8fsy+PN62dsIQge0VmUPmAEAPA7YzAGAyXworc/C+ndfPs/puVh8zNGB7BQDQw4DtDAAAAAAAAAAAAAAAAAAAAAAAAAAAAAAAAAAAAAAAAAAAAAAAAAAAAAAAAAAAAAAAAAAAAAAAAAAAAAAAWPUBQwAAAMgcAABQv09n9dOsfmMoAAAAmQMAAOrzkawuZ/X7vH5rSAAAAJkDAKBbvpHVr7J6J6s3s/pDQ9IK81n9Tb5cfq8pBgBA5kDmAADoptNrGq5Yj7N63dBsqK9l9WTIstEUAwAgcyBzAAB0yEezem9E4/V9w7Mh9mf1byOWiaYYAACZA5kDAKBj/nxM4/VuVnOGaGp2ZnWroBnWFAMAIHMgcwAAdMz3CpqvzxuixsW5MeOVQPEqoR9n9bdZvaUpBgBA5kDmAACYDf+9oPn6qCFqTLzy51tZ/Sar/zFkrL+rKQYAQOZA5gAA6L5Pjmm8/sXwNGo+rFwdNCp4bNcUAwAgcyBzAADMhmFXQfw6q48bmg33nqYYAACZA5kDAGA2fDmrN7P6UVbfyep1Q9IK72iKAQCQOZA5AABAUwwAAMgcAACgKQYAAJA5AABAUwwAAMgcAACgKQYAAGQOAADQFAMAAMgcAACgKQYAAGQOAADQFAMAADIHAABoigEAAGQOAIC2eS2rT2X1J1n9bVb/mP/faIoBAEDmkDkAACjhA1l9JquDWX0jqx9m9fOs3l3TbMX/e85waYoBAEDmkDkAAEjz1pjGalj92JBpigEAQOaQOQwNAEC6fVn9WVbHs7qY1S8LmuLjhkxTDAAAMofMYWgAACbzL2Oa4k829J4fDulXyLSt3tEUAwCAzCFzAABQxpsjGq0nDb6nplhTDACAzCFzyBwAAL3xixGN1iVNsaYYAABkDplD5gAAmMx8Vu+NaLS+rCnWFAMAgMwhc8gcAACT+fKIJis2yh/SFGuKAQBA5pA5ZA4AgMlcHNFk3TY0raQpBgBA5kDmAADomH8f0WR9y9BoigEAQOaQOWQOAIDJfCKMvhXyc4ZHUwwAADKHzCFzAABM5tiIBut3hkZTDAAAMofMIXMAAEzurREN1hVDoykGAACZQ+aQOQAAJvNaVu+OaLD+1PBoigEAQOaQOWQOAIDJ7Auj52r8iOHRFAMAgMwhc8gcAACT+c6I5uoXhkZTDAAAMofMIXMAAEzuZyOaq78zNJpiAACQOWQOmQMAYDKvh9G3iH7R8GiKAQBA5pA5ZA4AgMl8ZURjFR+k9Jrh0RQDAIDMIXPIHAAAk7kyorH60RQ/w4fD6Ctk2l7vaIoBAEDmkDkAABjn1yMaq2OaYk0xAADIHDKHzAEAMJldY5q9HZpiTTEAAMgcMofMAQAwma+PaKoeTflzaIo1xQAAyBwyh8wBADCTfjSiqfq+plhTDAAAMofMIXMAAEzmtazeHdFUHRzzN7SHphgAAJkDmQMAoMX+aERD9V5Wm0b8Tbxq5bSh0xQDAIDMIXMAAFDs2IiG6icj/v3R/H//b4ZOUwwAADKHzAEAQLErIxqqrw/5t/vCylUrbxm2VnlXUwwAgMyBzAEA0F7/OqKh+tSaf7crq99k9eusXjdsrfGhMPphTr8zPAAAyBzIHAAAG+/tEQ3V4MORPpPV0/y/7zNkrfKVMU1xrD8wRAAAyBzIHAAAG2tUM/XZrD6Q1Ynw/nyAf2W4WudfCpriE4YIAACZA5kDAGBj/bagqVqt7xuqVtmU1aWE5RavPjpguAAAkDmQOQAANs5bCY3VDw3ThprP6nNZfTGs3BZ6Mbx/225q3cnqm1kdzF/nM/nrAgCAzIHMAQDQsM+PaaTi7aFuM9x4F0s2wKn1PUMLAIDMgcwBADAdX8rqp2HllsJYP8/qu1l9zNAAAAAyB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0x3JWv0+sZcMFAAAAAADl3A5OxAMAAAAAQCPms3oRnIgHAAAAAIBGHAjpJ+GdiAcAAAAAgJKOh3In4pVSSimllFJKKaVUewuAFrruAKWUUkoppZRSSinlRDwAzZjL6pkDlFJKKaWUUkoppZQT8QA0Y9HBSSmllFJKKaWUUsqJeACac9TBSSmllFJKKaWUUsqJeACac3nIznrJsAAAAAAAQD0eh/Un4rcZFgAAAAAAmNzOsP4k/DPDAgAAAAAA9XgjrD8Rf9WwAAAAAABAPc4H88MDAAAAAEBj7of1J+J3GxYAAAAAAJjcQhg+P/ycoQEAAAAAgMkdDutPxF8zLAAAAAAAUI/TYf2J+GXDAgAAAAAA9bgd1p+IXzQsAAAAAAAwuc1ZvQyvnoR/ntUmQwMAAAAAAJM7ENZfDX/dsAAAAAAAQD2Ww/oT8WcMCwAAAAAA1CNe/b72RPx+wwIAAAAAAJOL88C/COaHBwAAAACARiyG9VfD3zcsAAAAAABQj5Nh/Yn4c4YFAAAAAADqcTmsPxF/wLAAAAAAAEA9nob1J+K3GhYAAAAAAJjczrD+JPxDwwIAAAAAAPU4HtafiD9vWAAAAAAAoB4XwvoT8UuGBQAAAAAA6vEorD8Rv8OwAAAAAADA5BbC+pPwjwwLAAAAAADU442w/kT8JcMCAAAAAAD1iA9lNT88AAAAAAA05H5YfyJ+wbAAAAAAAMDktmT1MpgfHgAAAAAAGnEgrL8a/oZhAYDO+WRWx7N6M6tfZPW7rN7NK/7/f5n/b1/P/y0AAHoxAKbkbFh/In7ZsABAZ3w1q58NOZ4XVfybrxg+AAC9GADNuzvkYLBoWACg9T6R1Z0KoW9t/SSrjxlOAAC9GADNmA/r54d/kdUmQwMArfbFrH5TQ/Bbrf/M6guGFQBALwZA/fYN2fnfMiwA0Gp/HFbmGv19zfW2AAgAoBcDoH6ng/nhAaBL4i3QdV59NexqLLdGAwDoxQCo0a1gfngA6IrXsvrFkGP3P2f1l1l9OqsPDPz7ONXcH2X1tfzflJmnFAAAvRgANYgHhBfB/PAA0BV/vea4/W9ZfabE3+/I6n8lBsCvGG4AAL0YAJNbDOaHB4CueD2r34VXr7yar/ha30gIf/9qyAEA9GIATO5UMD88AHTFtweO17+cIPit+mZCANxh2AEA9GIATOb6kJ38fsMCAK0zF1Ye3BWP1e+GlYeE1eFWQfg7ZugBAPRiAEx2EHk2ZCe/YGgAoHW+OnCs/psaX/dTBeHvB4YeAEAvBkB1u4fs4B8ZFgBopSv5sfpJqP+h6j8dE/5+ZOgBAPRiAFR3csgO/pJhAYDWeS2rt/Nj9dcbeP2/GhP+fmb4AQC9mF4Mpm3eEDBDrgzZwS8ZFgBonc/lx+mnof4rsKIvjQl/Pzf8AIBeTC8GTYon3feElYciXMzqblYvw8p0HjALHoV+zw/vyeMA9s9d8bX8OH26odf/cHA7NLZ5AOyX9WLQoPgr1vasFsPKlcDnsroRhp+gXK2dho0ZsD30d374rVldDys/rG23KgC0yt58/3w5q22G4//aldU3s/pYQ6//gTG97w8NP3oyAL2YXkwvBmUdyZu9eHX7kzD+qcTDKv7NnGFkRraFPs4Pfzys3Eq2+p0PWBUAWuXcwD76eVi5M5HmjQt/JwwPejIAvRh6MSjrUih/8n2wrhpCZsTl0K/54beElbtdVr/rs6z2WQ0AWml5zfEpHrM2GZZGbRrT/37B8KAnA9CLGRa9GJQV57laDCtXXCxldSqsnFx/HtJOxPsVillxN/RnfviDWT1eE/g86wGg/fvuFwP77gfB9IBN+sSI3ve3Wb1meNCTAejF9GJ6MajLQkg7Ga9RZBZsDitzvvVhfviTa75rDH/mIAXohjhH6eDUFXF/bvqKZhwY0fv+vaFBTwagF9OL6cWgbrfD+JPw8YoN88Mzqzv4KzP2HeezuhbWP+PBj2kA3bJrTQCMdcSw1O74iP73M4YGPRmAXkwvpheDut0K40/EXzdEzIhzQ9bv5Rn6flvD+ql34g9pOyx6gJkJgPG45QKJ+rw5pDf4qWFBTwaAXkwvBk0YNmf2YB03RMyI+0PW78UZbhDitFOuugKYvf37WcNSizjv6G+H9Ab7DQ16MgD0YnoxaMKzMP5E/BZDxAyIv1ivnR8+PoBlFp6APqwxeOngBTAz9oZXHxoW67RhmdgfD+l7bxkW9GQA6MX0YtCEhTD+JPx9Q8SM2DOjO/htYWW+0bXfzdx1ALPl4JB9/SnDMpFLa8bzvaw+aVjQkwGgF9OLQROOhPEn4s8bImbEcpi9+eFj4Hs05HtdtLgBZtL54CRfXV7P6t01Y/ltw4KeDAC9mF4MmnI1jD8Rf9gQMSOGPZT4QIe/z+as7g35TjfDbEy3A8B6cZq1tc/2ibdJ7zI0pZ1eM46/zOoDhgU9GQB6Mb0YNLUDKZoffpthYgZsCuvnc4vzdc53eNu9PWR7jQ8CW7C4AWbatnx/P7j/f2z/X8ofZvW7gfF7J6udhgU9GQB6Mb0YNGV3GH8S/qEhYkYshtl6/sG5EdvsUYsaoBdOhOHPPZkzNEkurxm7P+vBdz4eVqbkG1abrRJ6MgD0YnoxmP6Ow5yGzKLlMDvPP4jT6bwMw29/dtAH6Idht0XHOmloCu1bM2bf68n3fjSm51+wWujJ/v/27gf0iutOFPghSJAixZCEWtbSH0UWKbIIa6lLU/IrSJEii5Q8YsDl/UqlSJElFOFZNkt/RYrLZlmXtawsEn6UsAi11LIp9YEsUqT4HinPsi7ro7JIkSBFqCGWGGoefff4m1vH6/y7987ce2fm84EDbfzdmXvPzJn5njNnvgcAsZhYDJp1JRQPxB9URXREVn74/S38HbGjnJVOKqbd2e4wA/TK3oz7QRwUlKM03zNh/dXx9IBpXxiIF5MBIBYTi8GcbA7ZMzjkh6eLbmec323LD5+XgzSW4w4xQC9l3RfeDmbj5vlRqp5+MSgf7dFvNxAvJgNALCYWgznZF4oH4a+qIjpiqSPn9+GcthpnY8ntCtBPu3PuDYdUzRO+kaqfOCj9sZ79fgPxYjIAxGJiMZiTM6F4IP6EKqIjVjLO79Mt+w1bwpOrsg/L6w4xQK9l5SeNA4LebHzki6m6iW/JfaKHdWAgXkwGgFhMLAZzcicUD8S/oIroiLWM8/tAy37D6zrPAORYybk/nFI1D+0YlPeSOrmT/P8+MhAvJgNALCYWgzk1gqJB+PjkTj4rutzxbNOT6W1hfeGvrLZ63uEF6L1NOfeJBzo64eOD8k5SH7ED+BnxkAFkMRkAYjGxGMzS4VA8EH9OFdERSxnn9+2W/Ya1grZ60CEGYOBCzn3ibI/r5PlB+WVSDx8Myud7fo4YiBeTASAWE4vBHFwKxQPxh1URHbHS8hthnHn1IKedxvykFgQDIDqQc694kNxL+uaZQfn3pA4+HJQvOUUMxIvJABCLicVg1vJemZEfni7Kmrl0tEXf/1RBO/UKNABDW0P+IOFaD2PdK6nf/7LT4yED8WIyAMRiYjGoyXNJEB1LUX73PUF+ePrd6dzeopvX3YK2esThfRjsLCV11dQ1daNqBu2wJW6E/JlYSz2pg3iupN/8/JrTojAmMhAvJpvGlgb7jc8l9xf9UtAGxWJiMViIEzvOWj8e1vNQ3R5p5HHG+9thPcXM6IWzKLeh/PB0yVLG+X2nRd//UElb3dnD4xnr5MygXAvrr4Gnr3lrNQSK25LtjF5T49P8ZU0KtMMFd6bgnnGyB7//qUH5ceo3f9Mp8RgD8WKyScSHELvCesqFk0nf83p49Ib16zXvL765emskdl8NUv/QX9qgWEwsBnO0PWnYd0qCwdGO63Opbdwq+fsV1UxHZOVoa9Orw1cL2umdHhy/+MAxvsETHzjerni9mzQQjQOHJ0L+q4TD/K87NSt6Rjtsl0Ml942uv1nw/dTv/ZsGtv98aObNj1kxEC8mKxPPg5eSa/5bIX9m5+gEsK017f9YwX6ujvRpoYu0QbGYWKzbsRgtEp+AruV0Tu8lF+nVQdmbdJjj/04PuL+ZurCXXci3qm46YjXj/D7WoiCsaDDqckePWRyI259c78Z54Jh+5W/c1EObSzrYVrynb7TDdseLRXV3oMO/PT0D7Z8b2sePwvqr1m1lIF5MlmU5rE/cmuR6X+d1OQ5O3S3ZzwWnIx2kDYrFxGL9icVogfik53RO8BcvknHW2ZaCTm16cYQdofgJ5/ApJ3TFpYxzfHdLvvurJW31dEevd6OzPh4k16V4LK9XDETPjLHPraHaTJNhuaFZ0YO4Qztsr82heMCwqw8x/n4Gv/GVZPtfaXE9GYgXk2VZSa4b15Pr/PBaf3+M6/L9gj5pVbsr7mu3U5KO0QbFYmKx/sRiLLj4pOxWQcBXJUdXfHVo+GT1tZA9MJkuJ1Q7HbExI3i5H9rzKtjFkrba1UXB4gPGONMi5iaMDw9Hc00vh/KZGjcr7isGq+MM/g1TfUHXaYftVpSC8G7o3ivR30r9vpiT9KkG9vHpQXlvUH4T2r1onYF4MVlefzGrXxkfzO4P5WlNh+XolN9jV8X9rDol6RhtUCwmFutPLMaCihfcN0N+btSDY25vOIsjpq8pe6q6Zw6/d3fSqe9j2eh0b8xyaO+rdDEYe7CAbXUWqrSJIxUCxLIBhXjzfnvkM7fC4wtPCjzpK+2w3coGDbt0//hG6nf9W0Nx1Z8MyjvJPv6h5fVlIF5MNonNST+y7Jp/rYZ7T5W1SNaclvSMNigWE4t1JxZjAcUgOC9HanxytmuCbW4J1Z5s3g3zebJ0M0yeC63tRaenOastHrw5EKzlUGRTKJ+NW7YWwJmRa99LqX+LM4DPhezUXZs1LdAOF9zp0I/UZl9N/aafD8pHa9z202F93aXvDsrvUvv5dMvrzEC8mGxSmyv22aZdTHs51Jv6DLRBbVAsJhaDwote3gIdcXbYrim2XeXJ5rkF7BQYiGdSWWmYllvy3V8Pi/nQbJGshckXEkrneo3Xnx05fxevuccH5dSgHA4G/0A7bIejofs59r88h5jtZx2oNwPxYrJp7K/QTuoYXNoXihetPOa0pKe0QbGYWAxqFF9NyUsb8yC5GDYVeA/LygJ2CgzEM4ms/PAPWjSAU7aWw02H+OHM2aI6upPzuV2pcyN2nneoStAOO+ZghfhjS4t/35cG5cM5xGxdWBjMQLyYbFpXSuojTv6q48FETAl0Pmcf+52W9Jg2KBYTi0FNjbQoH+qrDQfew7J9ATsFBuKZxHJGXb/dou9ftpaDhQrXA5eynK2jwU0MSoeLQj4QRIJ22KN74Gg50NLf9oVBeX8O8dq7Yf0V6bYzEC8mm9aeCu2lztzHxxeozwraoDYoFhOL0QF7Szqxp2raT9nCZ9fmWAcG4qnbakZdn2zJd99a4by56BA/dD2M95ZPOo3GEdUH2mFHba9wHznRwt/1Z4Py3pzitX/syLlhIF5MVodbYba5j2+Exxf03uDUpOe0QbGYWAwmtDsUz7K4XtNFbkOFk3qeg5QG4qnbpbA4qZfGVWWWw5sO8UNli+C8nvrbdE7Ft1QdaIcdtrnCfeRCy37TnwzKb+YYr3VlYTAD8WKyOhwvqZO6B+rScb1FIkEbFIuJxWAi20LxAhhxlnxdr/xUmc2xZ451cTa5uPexbNEUGpH1gOu5lnz3IxXa65pD/NBKST29lQqEhjNH7iTXREA77LKy+0jbFpg8O8eOX5dSjxiIF5PV1Y8tq5fdNe7vamq7+5yWoA2KxcRiMK4NoXyRjaM17m9XhQvAJoeFjlgKi5V6aVwnQzdfY5vVsc4Kbt4K7XszArRDplGW17rti4QxGQPxYrK6XC2pl+M17muYxjU+xN3otARtUCwGjOtEKM/XXueTsbIVmy84JHTISmg+T16T1ircsFcd5j+4E8ofag6Dx4tBTkPQDvuhStq/barJeREMxIvJJrNaUi91pVjdEaTEAG1QLAZMoWxx1vhvu2veZ9nA/1GHhY53mlZa9P0v6PSN5XxJXQ2vt3FGglQYoB3q/C1GWkIW77xYUj1isjFUWYiwjgGm11Lb2+WUBG1QLAaMI6Z/KVvh+tQcOsiewtH1G16bOpeXKtywDzvMf3AsVMsrd0RVLay4fsNaj8p+7ZAZuFbheKyoprl7fcbXn3sF58O5GX8XMVn3B5kO1bCPG8m2rrpciMfEY9qgWAwYV9mAeMyj2kSOqKJXxm8Hr4jTHUuh+VXjm3bDDXsseyrU1w3Xuda12y6XVe2QGagygPiqalr4QZQuFzFZ+50OzaY/3R3qHVBEPNa1eEwbFIsBBfZVaIQnG9jvjpJ9nnZo6JCVjHN8rWW/oUqnfMWh/oO4YFDZQjj7VZOOn46fdqjzJ6VGS+/5BuLFZItqf0ndxDcwNk+x/eEg490pt4N4rKv3QG1QLAYUeLvCRbKJvKlHBI/0yFoHznGdvvFdLamvnapIx0/HTzvU+dP5a+k930C8mGxRxbSrd0vqZ++E234uPEqldNylQjwmHtMGxWLAOI6E+cyGj4rS4cTF0zzZpOsd2qUOdspXHOrHnCqprwOqSMdPx0871PnT+WvpPd9AvJiszdeaSa8zq6lt7HCpEI+Jx7RBsRhQVcyHWpZf8EFoZrAwDrIXvSr+tsNDx4PHmx3tlK843I85UFJfr6siHT8dP+1Q50/nr6X3fAPxYrJFVjbh7OKEfdjhLN8LLhPiMfGYNigWA8ZRJTd8Uxe3g2E+s/BhHlZC+/PDRxYGG9+2kvp6SxXp+On4aYc6fzp/C8hAvJis7crWI4upLcZdqPu11OeXXSbEY+IxbVAsBtTd+JpawOx8yX53Ozx0yImMc/xYC3/H5QrXjMMO91iDGTEA3aiKFtbmJAjtS1nWDlmQ+POoapq7V2d8/SnKJXxyxt9FTNYd90rqaNcY24r3idth8pm8iMf6GI9pg2IxILGzQsO701DHNM5Me6BDTM9vdG0MsC4ET87HFWd5XC+ps2XVBNqhzp+ZvD1X9LBsSfWIySZUNvlrnIGm9EzcvaoWtEGxGDCO1yo0vDMN7ftEyX4vOTx0SHyoNLoewv3QzodNp4JOX93Xu98n12NAO+yLKik19qmm3jEQLyZrQlmO6qqpydJ5qePbCBtULWiDYjFgHFcqNLyDDey3ygKxXqOkS5ZDdx42Halw3bC+wyMvhOJFqYflnKoC7bBHquQeX1ZNzotgIF5MNr3tJXV0u+J2TqY+84JqBW1QLAaMY2soTg0zLM/NKWhcpGD7cnKR6mPZqqnUYjV0Z4bSwQrtd80hf2hTqL7QXUwDZlYHaId9cavC8dimmgwKBAPxYrJ6lKUmK+vzpNOqyksN2qBYDBjb4QqN7u0G9lslR+vNFnUKul50eurRlfzw0QsVzpuzDvlDb4XH34AoexNolyoD7bAnyiaD3A8eivSRgXgxWVNOl9RTWa7pc6m/3aE6QRsUiwHjOlshcDvRwH6rzIZftJkbBuKZRpfyw+f9ntFy2WF/bJZaXHx6W3Jtk5ILtEPK449rqqiXDMSLyWZxPxg3l3584DEcsJLCDLRBsRgwkWsVGt6BmvcZF9e4E9q3MrOBeKaxHLq3GHHZ9eNmz495nKVxN+Na+lLw+jhoh2ytEH+cV029ZCBeTNaUdFqLcd4ciLNBh+uq3XMegjYoFgMmsTlUyw+/veb9ngrVBn8XLS+5gXimsRq6kx9+6M1Q/hpbX8Vg8WrIHtTbVlJvt4LX/0A77L5dFeKP46qplwzEi8maVJQPOe+BxaHU37ymCkEbFIsBk9gWqg3Cbq5xnztDtcH/RXz9xUA80+hSfvihwzO+frTJ6khA+dyY1xMLJIN22HX7KtxDXlJNvWQgXkzWpLLUrKNpI+O943byb3fVI2iDYjFgUnsrNLo7Ne4v/TrRPPLSN9kpMBA/O3Fg5FgL29v9CkFG21R5mNfHBQ+Xw6MHjg9y6uBMSb0ddIsC7bDjDoX2vR3J/GPuJdUjJmv42rNccK84pvpAGxSLAZNaqdDo6swneCLZ5o1QPit+7wLW19Yk+O9jWZTX87eE9TQD8QHRpha1taXQ3VydN8Js15hYdPEcvVUhWCybuSY/NWiHXXeipP6vq6LeMhAvJmtSWSqG9GLd6be54zVpo+oDbVAsBkxqJcxuIH45dQE9GspzGJa9brQx6SBvcxh7Y3NyI2hjZyKrrXVlgKfs5r3as/P0Quq3vxXyH2LtqDHoiXUcc8M+5zIB2mGLnCup/9OqqLcMxIvJmrQxZL+pmrVY5MXUf9+v6kAbFIsB01gJ5QPx92rYTxwsv5Ns7+SgHCnZ58UK2zwfilfVpns364sTnCeLYi3jPF/pyLF5oaQ9n+vReZp+yBgH8MoG5MrSXVXJfxjfHnqQlN0uFaAdtsjVYPYu47fLJdUjJqtB0eDT1eRvXkr9tzdVGWiDYjFgWlVyxP8+TDe7Kz2L+Xry/0+X7K8s79fJ8CjFjYU6+n2jbssbETc73pG8E4rfqtnQg3M0vjZ5Lzx6gLm9wmfKFioqS9EV028MFy6ymj1oh21zr6DeH4jxes1AvJisaa+VXH+2hEepfu4770AbFIsBddgaqg3EH55w+7HRXks14uXkv5ct2LpcsM1XU9sz66wfThWcK6+34Psvhe7mhx8qe7jW9QVe4hsb6bRJhyp+rixNV9n5PXwzKAapm1wq6DntsF3KFpY8r4p6zUC8mKxpe0rqKZ3i7KTqAm1QLAbU5XYoH4i/PMF2t4fHFww6mvq3+yX7y+vIHgyP8swfcuh6YTWUr2Gw6DN7VkL3FwDcWXKcXmrp73ouVBtYOz/hsS2rt1sF53c6D+wLLhV0mHbYTS+V1PseVdRrBuLFZE3bnOpXFpUbwdofoA2KxYAavRWqzYrfO2aDTr/iks7jXjYL/1bONg+kLtTyG/bDkYrn5sEF/x1dzg+fdi10Z5GXA8m1KP0wMi4ONDoYF///mfD4g6FxA8U7Jed31qJEh1L/fsKlgo7SDrvteEF93w7SZ/SdgXgx2Sy8XaGf4Q1s0AbFYkCtDodqg52xIe4q2VZ8tWU0l/elsP66+FDZLI04W340D1VMRzMchL8a5Knqg/SDl7JypYWdyS52IldC8ZsLbbG74NyLaS/i4NvW5Hp3YeTatWuC/ZU9DL0ZHq2FsHHkenhlzgHS7xe4rAXaTDvsd+f7qOrpPQPxYrJZWCu59p9tye8Qj6ENIhaDFokdylsVb6Sx03ky6SAPB9eXkg7xm+HJlDNx0Hx0Vtpyhf3Ewfz4GsxL4fGB/ZtBXsM+iMf+Xs7517Z8l0s96gDFa8LdgmPUloV1yxZuzCsrE+6vypsf8doaB/vSqcRuL8hgxEcG5QuD8kpyH/hwQTp+/92ltNW0w27bFPLTFGZNyKB/DMSLyWbhWEEdxTeltrTot4jH0AYRi0GLHGjgpnsxZL8avjzh9q4LvHthZ0HH4SsFN4vjC/p7VkK/ZoacKGjDr7XkN1yb4Pp0Zor9xYdIDybY574Frb8vhuozpF4Mj78xNWpD8u8fTf42/ua/GJTvhvU0JUWdzM+6nLaadtht+wrq9JTqIRiIF5PNxv4wXkqyNhGPoQ0iFoMFdzrU+wpa3sJqOybYXkxvY4GO7osdq7y3M44kf5OXPuBOqLaY3yK0q8MdPoZx1sK90M4UQkNVchWmy4WSzksVl8JsZv3Oynsl3/+nNe3n44PynYzt/25QnnJJbTXtsNvOhfwZWN58JDIQLyabhe059fNmR36feAxtELEYLLhTYboB+NsVOqabCoLCvEH9jQ5NLzoLeZ2u1dTfFT01X8RFW7MGdpY7fiyLFn3Z2YLvvzrG9el8qCc39Auh+mzcIy2ow3dLfkPdD6P+fGT7P3NJbT3tsLuKXoU+pnpIGIgXk83CxpA9uacrE8DEY2iDiMWgBWKamqo544clphI5McYFs0oHOw7qH3Q4enMjyJv9OPpa1IaCztnFBQwsRm9w90P3HyxtDvnphU615Ptfr3CNOlnzsSy7LsYHmG15RbMsL+n2Bvb5k9T233BZ7cR1RDvspkM5dXsjWPSWRwzEi8lmYUPo9ttO4jG0QcRi0BIbk8a5ljTGrEUz40KsZ5IL5bgpQWLjPh2enHkW/38ckD0aFjPNCM3JSuFyNudGcHTGAeWklkN2mqU+yDtG90I7Fn6JDxXjLLI7Gd8/zr59oaH9xuvpaG7sOBhxIrRnwZw/Kun03Wpov19N7eMVl9RO0A67Ke8Bi3z7pBmIF5PNwu7wZJqzrgxCicfQBhGLQYttToLepVDva0JxW/uTTu9ewWDvpV+fjbPbNxWcN3mvUi3S7J7VUJxmp+uuhPJUQ22wKbn2zTJX3vCa28Zr4v6Sjt/3Gtpv+nVor9t3j3bYDXnXh/OqhhEG4sVks47V48D0lh5cb8VjaINiMbEYAH8QZ+3Ety3KBj7Oh/zZHYvyFL2P+eHT8vIt3xNkddq3Szp+Lze03y8l2/8gWBgMFlG8N2fNwIqpCOWCZZSBeDFZ0zaGx9Ox7hGPicfQBsViAPT1BlFmb0FgeWBBAos+5ocflbcA9EmneWddKun4PdvQfoczsC47BLCQjuRcE5ZVDRkMxIvJmnYiVQfHxWPiMbRBsRgA5IuD9XmLCr+9AN9vOfQ3P3xafPBwNWSvM7HDadzJdlm0MNgvGtz3K8k+zjgMsHBiSqE7GdcEHW/yvBTWU1dmFetIicmmlX5D4Gro3kQZ8RjaIGIxAGq3GhZ30das77ba0+MUO3f3MurjqlO4c8rykf5Dg/seLg5mYTBYPBcyrgdxLRgLsoGYbNZiKp7hZJ67g7JNPCYeQxsUiwFAufhU90FOgHlizt+t7/nhR72Uc6yOOY075bslHb99De77I4Py4qA87zDAQsl6DToO+slFCmKyWYsDThfDYqWzFI/RJ31pg2IxADrrQk6AGV+7mtcrbvLDZzsesl+H3uU07oxfFnT6fhfMuIC+2ZVxPzT7DcRk8/Ja6EdufPEY2iBiMQAaUbRo68qcvtP2jO9y3aF66HxG3cRXEzermtb7RCieffVvqgh6ZXN4ci2XONC3W9WAmGwO9oVHbwLEN1e7OhgtHkMbRCwGQGOKFm2d1+KoKxnfZc2hemhjyE7bczF4Y6DtvlrS8fvrKbb97KA8pYqhVffmK+HJN8P2qhoQk83BUniUGz/2G7aIx8RjaINiMQCYzGpBsLljDt9nLSzO7PxFtDkjKIjljKpptR+UdPz+bIpt/2RQbqtiaMTXB+Xdmrc5OtM2vgK9rKpBTDYHm1K/MV6LdorHxGNog2IxAJhc0aKt8+hI3Mz4HksO02PiE/qs/P6rqqaV4uyo3xZ0+t6fYtufCt4qgart8JVBOTsovxqUD8J6LuDYNn89KO+E9bzBfxfWXw+Pi+nFmZPvhfXBlbqcy+j4WQsExGTzMrwmxZmge8Rj4jG0QbEYAEyvaNHWWeafW8r4DjcdnkwbkyBltL5eVTWt8/lQPPvq+1Ns+7vJNvarZsi1L2Q/BK5avlfT9zgdnlwfZbvDA2KyOTnVs/hSPIY2KBYTiwEwEwcKbmoHZvg9VoL88NMEaMNyWLW0yrdKAstJj+fHw/osklieVs2Q6X9ktLnLg/K58CiXb5zJ+I2wnlIgq41+u4bvcWZkm/E19OccHhCT1WB5UN4clBuDcm1QTobyRWVPpn7DcfGYeAxtUCwGAPUpWrT16gy/h/zwk4kdg/tBmpq2ulzS8ds+ZXv6iSqGTK9ktLf/HfLfBHs+ZOeDfnmK7xBn0o7mIX09zPZtNKC7MVn8PlkpKONgVl6qhfRg1GnxmHgMbVAsBgD1O1EQeO6e0XeQH35yMZC7MVJ3pwUQC+8jg/JhQdv71YTb3Z/axtdVMzwhLn52J6PN7Sv5XOwA/nrkM1+c8DvE2XDpgZ8HFfYPiMmq2jIo9wpijHjNOZT6XnGg+VLq30/2KI4Uj6ENisXEYgDM1LaQv2jr6zPY/1KQH76OYGb0rYL4dH+jqllYXw715zuM23w/tY1PqmZ4wl/mtLkqaQO+PvKZZybY/46w/nr6cBuXkv8GiMnqshKq5VaOCxGOpnuIE3T6NJlDPIY2KBYTiwEwcxcKgoOmOw5ZgYr88JPZGx5PNbRXlSysMyWBeZXXLGPbfHFQvhaefK36P1QxZPpxTpurInaM303+/oMJ938uPJp5tRq8vQRisvqthskWPVwVj4nH0AbFYgDQvHku2no6WHS0TnEm1vGkY8Hi+q8JA/Sq5W9VMWR6L0w+Cyt6I/n7/5xw//H18zhQs9OhADHZHOL6vIk3e8Rj4jG0QbEYAMxG0aKtlxre96WMfS47JHTYHzfc6YvlRdUMmfJyAVfNC/py8vc/VJXAgoq5j+9UjBfi4ofbxGPiMbRBsRgAzFbRoq27GtpnfJXz/si+7ge5zem2r5UE5K+UfP6pQXl2UL40KH81KP935PPvqWLI9ducdvdGxc9/Kvl7bx0BiywuFlq0WGQcJDwS+p2SQTyGNigWA4C5KVq09XRD+1wOs5+BD/P2g5KO37Njbi8G8D9Pff6sKoZcP8lpd78blD+quI0Pk84zwCJbGpRTg3IjifHjoGCcfXssrM/YFY+Jx9AGxWIAMEd5i7bGJ/abGtjfarBQFP0SZ0+9X9Dp+z8TbvdbofoMLuizIwXtr+pC4fF+aGEvAPGYeAzEYgAwsVkv2io/PH3z+VA8++o7E273K8nn4+yQj6pmyBXbR9Hgy+dUEYB4TDwGYjEAaFrRoq0Xat6X/PD00bdLOn5fmHC7X00+/1NVDKX+pqAN/jI08wYYAOIxQCwGAI8pWrR1Z437WQ7yw9M/VwraV5wZ8tSE2/37ZBtHVTGUeiasp1yb9rVoAMRj4jEQiwHAxIoWbT1Z435Wg/zw9Et8DfPDgoDzh1Ns+/vJNj6tmqGSvwjFsyENogCIx8RjIBYDgMYVLdpa16Io8sPTNy+XBJuHp9j2rwblv1QxjOVHJW1yjyoCEI+Jx0AsBgBNKlq0daWG7csPTx+9URJofnKKbe8I6wuPAdU9G9YHTfLa5K8H5WOqCUA8Jh4DsRgANCUOiN/NuRlermH7uzO2e0W103HvFASZZk/BfHxmUD4oaJv/qooAxGOAWAwAmtTkoq0rwYIs9Mv2UDz76p9UEczNkZL2+eeqCEA8BojFAGAegeq0i7auhWZS3kBbg8v9qgjm6nJB+/x31QMgHgPEYgDQpEs5N8Lbg7Jpiu3ezNjmkuqmw4oWIvpwUD4y4+/zvEMCj9metEWLhQGIx8RjIBYDgJlrYtHWpYxt3VTVdNhTg/K7grb0sxl/n5fDeh7Gzzo08Jh/LGinb6geAPGYeAzEYgDQlKJFW69OuM2VID88/bInFL8GfXyG3+UTg/KbQXk/ad/QVbGztn+C9pE3E+uXqhRAPCYeA7EYADSpaNHW7RNs71SQH55++U5Jx2/vjL5HnAl2Jdnndx0WOi524t6c4HM/yGmn76tSAPGYeAzEYgDQpKJFWyeZOXI9yA9Pv/y8oA3FV6Q3zOh7/FNqv3/qsNBhm5Lz/D8m+Ox/K2irAIjHxGMgFgOARuUt2npnzKB186A8CPLD0x/PhOLZVz+d0fc4ktrnLxwWOm5v6nz/6Jif/VhOW31PtQKIx8RjIBYDgKbVtWjrviA/PP3ycknH72/n8B2+7rDQo3b3ygSfz2qr/1O1AojHxGMgFgOAphUt2np5jO2cDPLD0y9rJR2/Lze8/1fDk690bnJY6Lhvps75H9fU+TuuWgHEY+IxEIsBwCwULdq6VHEb1zI+u1vV0mG3Szp+2xra76cG5ScZ+3vDIaEHvpc65z9M2kNVz4f6FicHQDwmHkMsJhYDgLHFAPVBzk3xRIXPx1n190c+dz/579BFL5Z0+ibJmVgmBqj/nAS8Wfv7nMNCD/zryHn/L2N8NmuBsB+pUgDxmHgMxGIAMEsXcoLJOMuk7PXKvRmfu6RK6VEAmlX+qob9fCKs5xn9Wcm+/tMhoSd+FSZPOzDajt4N483iAkA8Jh5DLCYWA4CpFS3aeqDks8cyPrOqSumor1Xo9KVneMTA9I8HZUPGtp4alI8Myp+G9QdacfGjmCPx+4Pyzhj7+YbDQk9kzUB8f1D2l3zumxmf26s6AcRj4jEQiwHArMWg9FZOUHmh5LOXMj6zrErpiNg5+2zS4bs0RmdsViUuCva8w0QPPDNy3r830hn84aB8aVCeTv7+6aSD96ORNhM/t091AojHxGMgFgOAeSlatDVvAZWYtuZukB+ebnp6ATt6o+Wsw0RPDNOg/Tisz1yM4sDMF0P2gnlZJXYQP6kqAcRj4jEQiwHAPBUt2no85zMvBPnhAWheXODrt4PybM6/f2ZQzoT1t7s+SMq7Scfwr8N6SgIAAMRiALAQ8hZtjTfTrJyKR4P88AAAAAAAUFnRoq1Zi6m8FeSHBwAAAACAysZdtPV2kB8eAAAAAADGshqyB+Jj/vitqb/bkfE3V1QfAAAAAAAUi4PteYu2rqb+Lis//JrqAwAAAACAcnmLtsZUNJuSvzmb8e8rqg4AAAAAAMrFhVnzFm09kPzN7Yx/W1J1AAAAAABQrmzR1m0Z//2magMAAAAAgOpWQ/6irX8Z5IcHAAAAAICpFC3a+r+C/PAAAAAAADC1vEVb/1+QHx4AAAAAAKZWtGir/PAAAAAAADClokVb5YcHAAAAAIAarIbygfgV1QQAAAAAAJMpWrR1WLarJgAAAAAAmNzZkD8If39QNqoiAAAAAACYXNGirddUDwAAAAAATCcu2nojZA/EX1Y9AAAAAAAwvWMheyB+WdUAAAAAAMD04qKt8sMDAAAAAECDzofHB+KvqBIAAAAAAKjP6KKtJ1UJAAAAAADUJ6ahuR0eDcSvqBIAAAAAAKjXa+HRQPxW1QEAAAAAAPXaPigPBuWGqgAAAAAAgGZcHpQ3VQMAAAAAADRj36AcVQ0AAAAAANCMDUF+eAAAAACgxP8HwX87RdrS3xIAAAOKdEVYdE1hdGhNTAA8bWF0aCB4bWxucz0iaHR0cDovL3d3dy53My5vcmcvMTk5OC9NYXRoL01hdGhNTCI+PG1zdHlsZSBtYXRoc2l6ZT0iMjJweCI+PG1zdWI+PG1pPng8L21pPjxtaT5FPC9taT48L21zdWI+PG1vPj08L21vPjxtdW5kZXJvdmVyPjxtbz4mI3gyMjExOzwvbW8+PG1yb3c+PG1pPmk8L21pPjxtbz49PC9tbz48bW4+MTwvbW4+PC9tcm93Pjxtbj40PC9tbj48L211bmRlcm92ZXI+PG1zdWI+PG1pPkw8L21pPjxtaT5pPC9taT48L21zdWI+PG1pPmNvczwvbWk+PG1zdWI+PG1pPiYjeDNCODs8L21pPjxtaT5pPC9taT48L21zdWI+PG1vPiw8L21vPjxtbz4mI3hBMDs8L21vPjxtc3ViPjxtaT55PC9taT48bWk+RTwvbWk+PC9tc3ViPjxtbz49PC9tbz48bXVuZGVyb3Zlcj48bW8+JiN4MjIxMTs8L21vPjxtcm93PjxtaT5pPC9taT48bW8+PTwvbW8+PG1uPjE8L21uPjwvbXJvdz48bW4+NDwvbW4+PC9tdW5kZXJvdmVyPjxtc3ViPjxtaT5MPC9taT48bWk+aTwvbWk+PC9tc3ViPjxtaT5zaW48L21pPjxtc3ViPjxtaT4mI3gzQjg7PC9taT48bWk+aTwvbWk+PC9tc3ViPjxtc3BhY2UgbGluZWJyZWFrPSJuZXdsaW5lIi8+PG1pPmQ8L21pPjxtbz49PC9tbz48bXNxcnQ+PG1vPig8L21vPjxtc3ViPjxtaT54PC9taT48bWk+RTwvbWk+PC9tc3ViPjxtbz4tPC9tbz48bXN1Yj48bWk+eDwvbWk+PG1pPnM8L21pPjwvbXN1Yj48bXN1cD48bW8+KTwvbW8+PG1uPjI8L21uPjwvbXN1cD48bW8+KzwvbW8+PG1vPig8L21vPjxtc3ViPjxtaT55PC9taT48bWk+RTwvbWk+PC9tc3ViPjxtbz4tPC9tbz48bXN1Yj48bWk+eTwvbWk+PG1pPnM8L21pPjwvbXN1Yj48bXN1cD48bW8+KTwvbW8+PG1uPjI8L21uPjwvbXN1cD48L21zcXJ0Pjxtc3BhY2UgbGluZWJyZWFrPSJuZXdsaW5lIi8+PC9tc3R5bGU+PC9tYXRoPpVjpEgAAAAASUVORK5CYII=\&quot;,\&quot;slideId\&quot;:315,\&quot;accessibleText\&quot;:\&quot;x 下标 E 等于 加总 从 i 等于 1 到 4 对 L 下标 i cos theta （ 小写 ） 下标 i 逗号 空格 y 下标 E 等于 加总 从 i 等于 1 到 4 对 L 下标 i sin theta （ 小写 ） 下标 i\\nd 等于 根号 左括号 x 下标 E 减 x 下标 s 右括号 平方 加 左括号 y 下标 E 减 y 下标 s 右括号 平方 结束根号\\n\&quot;,\&quot;imageHeight\&quot;:121.36733333333332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1289</Words>
  <Application>Microsoft Macintosh PowerPoint</Application>
  <PresentationFormat>宽屏</PresentationFormat>
  <Paragraphs>120</Paragraphs>
  <Slides>16</Slides>
  <Notes>7</Notes>
  <HiddenSlides>0</HiddenSlides>
  <MMClips>2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等线 Light</vt:lpstr>
      <vt:lpstr>汉仪菱心体简</vt:lpstr>
      <vt:lpstr>Microsoft YaHei</vt:lpstr>
      <vt:lpstr>Microsoft YaHei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Dazhi Zhao</dc:creator>
  <cp:lastModifiedBy>Dazhi Zhao</cp:lastModifiedBy>
  <cp:revision>42</cp:revision>
  <dcterms:created xsi:type="dcterms:W3CDTF">2026-05-20T05:37:23Z</dcterms:created>
  <dcterms:modified xsi:type="dcterms:W3CDTF">2026-05-22T05:03:21Z</dcterms:modified>
</cp:coreProperties>
</file>